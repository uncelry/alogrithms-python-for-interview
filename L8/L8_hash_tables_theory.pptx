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557" autoAdjust="0"/>
    <p:restoredTop sz="94660"/>
  </p:normalViewPr>
  <p:slideViewPr>
    <p:cSldViewPr snapToGrid="0" snapToObjects="1">
      <p:cViewPr varScale="1">
        <p:scale>
          <a:sx n="151" d="100"/>
          <a:sy n="151" d="100"/>
        </p:scale>
        <p:origin x="2712" y="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11:20.3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232 171 24575,'0'-4'0,"0"-1"0,0 1 0,0-1 0,-1 1 0,1-1 0,-1 1 0,0 0 0,-1-1 0,1 1 0,-1 0 0,1 0 0,-1 0 0,-1 0 0,1 0 0,0 1 0,-5-6 0,5 8 0,0-1 0,-1 1 0,1-1 0,-1 1 0,1 0 0,-1 0 0,0 0 0,1 0 0,-1 1 0,0-1 0,0 1 0,0 0 0,1-1 0,-1 1 0,0 1 0,0-1 0,0 0 0,1 0 0,-1 1 0,0 0 0,0 0 0,1-1 0,-1 2 0,1-1 0,-1 0 0,1 0 0,-3 3 0,-1-1 0,0 1 0,1-1 0,0 2 0,0-1 0,0 0 0,1 1 0,-1 0 0,1 0 0,0 0 0,-3 6 0,-32 64 0,23-42 0,12-26 0,1 0 0,1 0 0,-1 0 0,1 0 0,1 0 0,-1 0 0,1 1 0,0-1 0,1 1 0,0 8 0,0-14 0,0 1 0,1-1 0,-1 0 0,0 1 0,1-1 0,0 1 0,-1-1 0,1 0 0,0 1 0,0-1 0,1 0 0,-1 0 0,0 0 0,1 0 0,-1 0 0,1 0 0,0 0 0,0 0 0,-1-1 0,1 1 0,0-1 0,0 1 0,1-1 0,-1 0 0,0 1 0,0-1 0,1-1 0,-1 1 0,0 0 0,1 0 0,-1-1 0,5 1 0,7 1 0,1-1 0,0-1 0,0 0 0,0-1 0,0 0 0,-1-1 0,24-6 0,-32 6 0,-1 0 0,0 0 0,0-1 0,0 1 0,0-1 0,0 0 0,-1 0 0,1-1 0,-1 1 0,0-1 0,0 0 0,0 0 0,-1-1 0,1 1 0,-1-1 0,0 1 0,0-1 0,-1 0 0,0 0 0,1-1 0,-2 1 0,4-11 0,40-126 0,-32 106 0,-5 14 0,-1-1 0,8-47 0,-18 109 0,3-19 0,-2 0 0,-5 26 0,3-20 0,1 0 0,0 1 0,3-1 0,0 1 0,4 28 0,-1-41-1365,0-2-5461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11:21.2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 41 24575,'0'27'0,"0"0"0,-2 1 0,-1-1 0,-1 0 0,-13 42 0,14-57 0,1 0 0,0 0 0,-1 22 0,5-43 0,0 0 0,1 0 0,0 0 0,1 1 0,-1-1 0,8-9 0,10-26 0,-13 19 0,2 1 0,0 1 0,2 0 0,26-40 0,-30 50 0,9-11 0,-16 23 0,0 1 0,-1-1 0,1 1 0,0 0 0,-1-1 0,1 1 0,0-1 0,0 1 0,-1 0 0,1 0 0,0-1 0,0 1 0,0 0 0,0 0 0,-1 0 0,1 0 0,0 0 0,0 0 0,0 0 0,-1 0 0,1 0 0,0 1 0,0-1 0,0 0 0,-1 0 0,1 1 0,0-1 0,0 0 0,-1 1 0,2 0 0,19 10-1365,-9-8-5461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11:21.9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103 1 24575,'-2'22'0,"-1"-1"0,-1 1 0,0-1 0,-2 0 0,-15 37 0,-7 28 0,-7 48 0,71-176 0,-25 27 0,-1-1 0,0 0 0,11-26 0,-16 30 0,0 0 0,1 0 0,1 1 0,0 0 0,0 0 0,1 0 0,1 1 0,-1 1 0,11-10 0,-14 17-99,0-1 0,0 1 0,0 0-1,0 1 1,0-1 0,0 1 0,1 0-1,-1 0 1,0 1 0,1 0 0,-1 0-1,6 0 1,-10 0 24,14 0-6751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11:22.8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225 7 24575,'-23'0'0,"1"-1"0,-30-5 0,50 6 0,1 0 0,0 1 0,-1-1 0,1 0 0,0 0 0,0 1 0,-1-1 0,1 0 0,0 1 0,0-1 0,0 1 0,0 0 0,0-1 0,0 1 0,0 0 0,0 0 0,0-1 0,0 1 0,0 0 0,0 0 0,0 0 0,1 0 0,-1 0 0,0 1 0,1-1 0,-1 0 0,1 0 0,-1 0 0,1 0 0,-1 3 0,-13 51 0,7-24 0,-21 31 0,19-44 0,1 1 0,0-1 0,1 2 0,1-1 0,-3 21 0,9-38 3,-1-1-1,1 1 0,0 0 1,0 0-1,0 0 0,0 0 1,0 0-1,1 0 0,-1 0 1,1 0-1,-1-1 0,1 1 1,0 0-1,-1 0 1,1 0-1,0-1 0,0 1 1,0-1-1,0 1 0,1-1 1,-1 1-1,0-1 0,1 1 1,-1-1-1,1 0 0,-1 0 1,1 0-1,-1 0 0,1 0 1,0 0-1,0 0 0,-1-1 1,1 1-1,0-1 1,0 1-1,2 0 0,8 0-146,0 1 0,0-1 1,0-1-1,20-2 0,-16 1-589,0 1-6093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11:23.3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1 24575,'0'25'0,"1"-2"0,-1-1 0,-1 1 0,-1-1 0,-1 1 0,0-1 0,-14 41 0,9-36-1365,6-14-5461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11:23.6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 24575,'0'-3'0,"0"2"0,3 1 0,1 4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11:24.6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 3 24575,'8'-1'0,"1"0"0,-1 0 0,0 1 0,0 1 0,8 0 0,-4 0 0,-8-2 0,0 1 0,1 0 0,-1 1 0,0-1 0,1 1 0,-1 0 0,0 0 0,0 0 0,0 0 0,0 1 0,0-1 0,4 3 0,-6-1 0,0-1 0,-1 0 0,1 0 0,0 0 0,-1 1 0,1-1 0,-1 1 0,0-1 0,0 1 0,0 0 0,0 0 0,-1-1 0,1 1 0,-1 0 0,1 0 0,-1-1 0,0 1 0,0 0 0,-1 4 0,-2 314 0,3-319 2,0 1-1,-1-1 1,1 0-1,0 1 1,-1-1-1,1 0 1,-1 1-1,0-1 1,0 0-1,0 0 1,0 0-1,0 0 1,0 0-1,-1 0 1,1 0-1,0 0 1,-1 0-1,0-1 0,1 1 1,-1 0-1,0-1 1,0 0-1,0 1 1,0-1-1,0 0 1,0 0-1,0 0 1,-1 0-1,1 0 1,0-1-1,-1 1 1,1-1-1,-4 1 1,-11 0-60,1 0 1,-1 0-1,1-2 1,-19-2-1,-7 0-1070,27 2-5698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11:25.2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24575,'335'0'-1365,"-319"0"-5461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11:25.6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24575,'0'1'0,"1"0"0,0 0 0,0 0 0,0 0 0,-1 0 0,1 0 0,0-1 0,0 1 0,0 0 0,0-1 0,0 1 0,1 0 0,-1-1 0,0 1 0,0-1 0,0 0 0,0 1 0,1-1 0,-1 0 0,0 0 0,0 0 0,1 0 0,0 0 0,36 4 0,-35-4 0,179 1 65,-94-2-1495,-73 1-5396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11:26.8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235 81 24575,'-1'-4'0,"1"0"0,-1 0 0,1 0 0,-1 0 0,0 0 0,-1 0 0,1 1 0,-1-1 0,1 0 0,-1 1 0,0-1 0,0 1 0,-1 0 0,1-1 0,-1 1 0,-3-3 0,4 5 0,1-1 0,-1 1 0,0-1 0,1 1 0,-1 0 0,0 0 0,0 0 0,0 0 0,0 0 0,0 0 0,0 1 0,0-1 0,0 1 0,0-1 0,0 1 0,-1 0 0,1 0 0,0 0 0,0 0 0,0 0 0,0 0 0,-1 1 0,1-1 0,0 1 0,0-1 0,0 1 0,0 0 0,0 0 0,0 0 0,-2 1 0,-8 10 0,0-1 0,1 1 0,1 1 0,0 0 0,1 0 0,0 1 0,1 0 0,1 0 0,0 1 0,-5 16 0,4-8 0,0 0 0,-5 32 0,11-48 0,1 1 0,0 0 0,1-1 0,-1 1 0,2 0 0,-1 0 0,1-1 0,0 1 0,0 0 0,1-1 0,4 11 0,-4-15 0,0-1 0,-1 0 0,1 1 0,0-1 0,0 0 0,1-1 0,-1 1 0,0 0 0,1-1 0,-1 1 0,1-1 0,-1 1 0,1-1 0,0 0 0,-1 0 0,1-1 0,0 1 0,0 0 0,0-1 0,-1 0 0,1 0 0,0 0 0,0 0 0,5-1 0,-3 1 0,0 0 0,0-1 0,0 1 0,0-1 0,0-1 0,0 1 0,0-1 0,0 0 0,-1 0 0,1 0 0,-1-1 0,1 1 0,4-5 0,2-6 0,-1 0 0,0 0 0,0-1 0,-2-1 0,1 0 0,-2 0 0,0 0 0,5-20 0,-9 28 0,9-22 0,-7 20 0,-1 0 0,-1 0 0,0 0 0,3-15 0,-2 2 0,-1 1 0,1-1 0,9-29 0,-13 51 0,0 0 0,0 0 0,0 0 0,1 1 0,-1-1 0,0 0 0,0 0 0,0 0 0,0 0 0,0 0 0,0 0 0,0 0 0,0 0 0,1 0 0,-1 0 0,0 0 0,0 0 0,0 0 0,0 0 0,0 0 0,0 0 0,1 0 0,-1 0 0,0 0 0,0 0 0,0 0 0,0 0 0,0 0 0,0 0 0,1 0 0,-1 0 0,0 0 0,0 0 0,0 0 0,0 0 0,0 0 0,0 0 0,0 0 0,1 0 0,-1 0 0,0-1 0,0 1 0,0 0 0,0 0 0,0 0 0,0 0 0,0 0 0,0 0 0,0 0 0,0 0 0,0-1 0,0 1 0,0 0 0,0 0 0,0 0 0,0 0 0,0 0 0,0 0 0,0-1 0,0 1 0,4 18 0,-2 25 0,-4 42 0,4 99 0,-2-179-72,0-1 1,1 1-1,0-1 0,0 1 0,0-1 0,0 0 0,1 1 0,-1-1 1,1 0-1,0 0 0,0 0 0,1 0 0,-1 0 0,1-1 0,0 1 1,0-1-1,0 0 0,7 6 0,0-5-6754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11:27.8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161 0 24575,'0'513'0,"-10"-449"0,2-13 0,-10-147 0,17 84 0,0-1 0,-1 1 0,-1 1 0,0-1 0,-1 0 0,0 1 0,-1-1 0,0 1 0,-1 1 0,-12-19 0,17 28 0,1 0 0,-1 1 0,0-1 0,1 0 0,-1 1 0,0-1 0,0 0 0,1 1 0,-1-1 0,0 1 0,0-1 0,0 1 0,0 0 0,1-1 0,-1 1 0,0 0 0,0 0 0,0-1 0,0 1 0,0 0 0,0 0 0,0 0 0,0 0 0,0 0 0,0 0 0,0 0 0,0 1 0,1-1 0,-1 0 0,0 0 0,-1 1 0,0 1 0,0-1 0,0 1 0,0 0 0,0 0 0,0 0 0,0 0 0,0 0 0,1 0 0,-1 1 0,1-1 0,-1 3 0,-2 3 0,0 1 0,1 0 0,0 0 0,0 0 0,-2 17 0,5-22 0,0 0 0,0 0 0,0 0 0,0-1 0,0 1 0,1 0 0,0 0 0,0 0 0,0-1 0,0 1 0,0 0 0,1-1 0,0 1 0,0-1 0,0 0 0,0 1 0,0-1 0,1 0 0,3 3 0,-1-2 0,0 0 0,1-1 0,-1 0 0,1 0 0,0-1 0,0 1 0,0-1 0,0-1 0,0 1 0,0-1 0,10 1 0,-9-1 15,1 0 0,0 0 0,0-1 0,0 0 0,-1-1 0,1 0 0,12-3 0,-16 3-102,0 0-1,-1-1 1,1 1 0,-1-1-1,1 0 1,-1 0 0,0-1-1,0 1 1,0-1-1,0 1 1,0-1 0,-1 0-1,1 0 1,-1 0 0,0 0-1,3-6 1,1-1-6739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11:28.7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111 1 24575,'1'0'0,"0"1"0,0-1 0,1 1 0,-1-1 0,0 1 0,0-1 0,0 1 0,0 0 0,0-1 0,0 1 0,0 0 0,0 0 0,0 0 0,0 0 0,0 0 0,-1 0 0,1 0 0,0 0 0,-1 0 0,1 0 0,0 1 0,-1-1 0,1 1 0,11 35 0,-9-27 0,4 23 0,-1 0 0,-2 1 0,-1-1 0,-1 1 0,-6 63 0,1-4 0,2-47 0,-11 66 0,7-60 0,5-48 0,0-7 0,1-28 0,-1 17 0,0 0 0,-1 0 0,0 1 0,-1-1 0,-1 0 0,0 0 0,-1 1 0,-1 0 0,0 0 0,0 0 0,-1 0 0,-16-22 0,14 22 0,5 6 0,-1 1 0,0 0 0,0 0 0,-1 0 0,-9-9 0,13 14 0,1 1 0,-1 0 0,0-1 0,1 1 0,-1-1 0,1 1 0,-1 0 0,0 0 0,0-1 0,1 1 0,-1 0 0,0 0 0,1 0 0,-1 0 0,0 0 0,0-1 0,1 2 0,-1-1 0,0 0 0,1 0 0,-1 0 0,0 0 0,0 0 0,1 0 0,-2 1 0,1 0 0,-1 1 0,1-1 0,-1 1 0,1-1 0,-1 1 0,1-1 0,0 1 0,0 0 0,0 0 0,0 0 0,0-1 0,1 1 0,-2 4 0,0 0-32,0-1-1,0 1 1,1 0-1,0 0 1,0 0-1,0 0 1,1 0-1,0 0 1,0 0-1,0 0 1,1 0-1,0 0 1,0 0-1,0 0 1,1 0-1,0 0 1,0-1-1,1 1 1,-1-1-1,1 0 1,0 1-1,1-1 1,-1 0-1,1-1 1,0 1-1,0-1 1,1 0-1,-1 0 1,1 0-1,0 0 1,0-1-1,0 0 1,1 0-1,-1 0 1,1-1-1,-1 0 1,1 0-1,0 0 0,0-1 1,0 1-1,7-1 1,1 0-6794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11:29.5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 1 24575,'1'53'0,"1"-26"0,-2 0 0,0 1 0,-2-1 0,-1 0 0,-1 0 0,-14 51 0,15-69 0,0 0 0,1 1 0,0-1 0,1 0 0,-1 14 0,30-65 0,34-90 0,-46 94 0,-9 21 0,1-1 0,18-30 0,-24 45 0,1-1 0,0 0 0,-1 1 0,2-1 0,-1 1 0,0 0 0,1 0 0,-1 0 0,1 1 0,0-1 0,0 1 0,0 0 0,0 0 0,0 0 0,0 0 0,1 1 0,4-1 0,-6 2 0,-1 0 0,0 0 0,1 0 0,-1 0 0,1 1 0,-1-1 0,1 1 0,-1 0 0,0 0 0,1 0 0,-1 0 0,0 0 0,0 0 0,0 0 0,0 1 0,2 1 0,-2-1 0,0-1 0,0 1 0,0-1 0,0 0 0,0 1 0,0-1 0,0 0 0,0 0 0,0-1 0,0 1 0,1 0 0,-1-1 0,0 1 0,0-1 0,1 0 0,-1 0 0,0 0 0,1 0 0,-1 0 0,0 0 0,1-1 0,3 0 0,-2-1-25,0-1-1,0 1 1,0 0-1,0-1 1,-1 0-1,1 0 1,2-3-1,2-1-1135,0 0-5665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11:36.5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1441 24575,'0'-12'0,"1"0"0,1 1 0,0-1 0,1 1 0,0 0 0,1-1 0,5-10 0,42-74 0,85-130 0,-103 172 0,-18 28 0,1 0 0,2 1 0,37-42 0,28-21 0,-54 54 0,2 1 0,1 2 0,63-46 0,-44 44 0,-28 20 0,-2-1 0,1-1 0,34-33 0,-28 19 0,1 1 0,35-26 0,38-6 0,-73 45 0,-1-2 0,50-37 0,-66 45 0,-1 1 0,1 0 0,16-7 0,10-6 0,-37 21 0,0-1 0,0 1 0,0-1 0,0 1 0,-1-1 0,1 0 0,0 1 0,0-1 0,0 0 0,0 0 0,-1 1 0,1-1 0,0 0 0,-1 0 0,1 0 0,-1 0 0,1 0 0,-1 0 0,1 0 0,-1 0 0,0 0 0,1 0 0,-1 0 0,0 0 0,0 0 0,0 0 0,0 0 0,0 0 0,0-1 0,0 1 0,0 0 0,0 0 0,-1 0 0,1 0 0,0 0 0,-1 0 0,1 0 0,-1 0 0,1 0 0,-1 0 0,1 0 0,-1 0 0,0 0 0,1 1 0,-1-1 0,0 0 0,0 0 0,0 1 0,-1-2 0,-2-1 0,1 0 0,-1 1 0,0-1 0,0 1 0,0 0 0,0 0 0,-1 1 0,1-1 0,0 1 0,-9-2 0,-52 0 0,-102 8 0,146-2 0,1 0 0,-41 12 0,61-15 0,-1 0 0,1 0 0,-1 0 0,1 0 0,-1 0 0,1 0 0,0 1 0,-1-1 0,1 0 0,-1 0 0,1 0 0,-1 1 0,1-1 0,0 0 0,-1 0 0,1 1 0,0-1 0,-1 0 0,1 1 0,0-1 0,-1 0 0,1 1 0,0-1 0,-1 0 0,1 1 0,0-1 0,0 1 0,0-1 0,-1 1 0,1-1 0,0 0 0,0 1 0,0-1 0,0 1 0,0-1 0,0 1 0,15 10 0,27-1 0,-21-9 0,0-1 0,1-2 0,-1 0 0,0-1 0,0-1 0,31-10 0,117-55 0,-165 67 0,-3 1 0,0 1 0,0-1 0,0 1 0,0-1 0,0 1 0,0 0 0,0 0 0,0-1 0,0 1 0,0 0 0,0 0 0,1 0 0,-1 0 0,0 0 0,0 0 0,0 0 0,0 0 0,0 1 0,0-1 0,0 0 0,0 1 0,0-1 0,0 1 0,0-1 0,2 2 0,-2 0 0,1-1 0,-1 1 0,0 0 0,0-1 0,0 1 0,0 0 0,0 0 0,0 0 0,0 0 0,-1 0 0,1 0 0,-1 0 0,1 3 0,0 10 0,0 1 0,-1 0 0,-2 18 0,1-15 0,-2 30-73,1-29-185,1 1-1,1 0 1,1-1-1,6 40 1,-3-48-6568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11:40.1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513 19 24575,'0'-1'0,"-1"0"0,1 0 0,-1 0 0,1 0 0,-1 0 0,0 0 0,1 1 0,-1-1 0,0 0 0,0 0 0,1 1 0,-1-1 0,0 0 0,0 1 0,0-1 0,0 1 0,0-1 0,0 1 0,0 0 0,0-1 0,0 1 0,0 0 0,0-1 0,0 1 0,0 0 0,0 0 0,-2 0 0,-36-2 0,35 2 0,-335 0 0,337 0 0,0 0 0,-1 0 0,1 0 0,0 1 0,-1-1 0,1 1 0,0 0 0,-1-1 0,1 1 0,0 0 0,0 0 0,0 0 0,0 1 0,0-1 0,0 0 0,0 1 0,1 0 0,-1-1 0,0 1 0,1 0 0,-1 0 0,1 0 0,0 0 0,-1 0 0,1 0 0,0 0 0,0 0 0,0 0 0,1 0 0,-1 1 0,1-1 0,-1 0 0,0 5 0,0 9 0,0 1 0,1-1 0,0 1 0,4 17 0,-1 9 0,-2 39 0,-3 118 0,-17-59 0,3-37 0,9-68 0,2 0 0,-1 53 0,5-85 0,1 0 0,0-1 0,0 1 0,1 0 0,-1 0 0,1-1 0,0 1 0,0 0 0,0-1 0,0 1 0,1-1 0,-1 1 0,4 5 0,-2-8 0,-1 1 0,0 0 0,1 0 0,0-1 0,-1 1 0,1-1 0,0 0 0,0 0 0,-1 0 0,1 0 0,0-1 0,0 1 0,0-1 0,0 1 0,0-1 0,0 0 0,6-1 0,329-2-1365,-323 3-5461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11:45.7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79 55 24575,'0'-2'0,"0"0"0,1 0 0,-1 0 0,1 0 0,0 0 0,0 0 0,0 0 0,0 0 0,0 0 0,0 1 0,0-1 0,1 0 0,-1 1 0,0-1 0,1 1 0,0-1 0,-1 1 0,1 0 0,0-1 0,0 1 0,-1 0 0,1 0 0,4-1 0,0-1 0,1 1 0,-1 0 0,1 0 0,0 0 0,-1 1 0,9-1 0,-12 2 0,0 0 0,1 0 0,-1 0 0,0 0 0,0 1 0,1-1 0,-1 1 0,0 0 0,0 0 0,0 1 0,1-1 0,-1 0 0,-1 1 0,1 0 0,0 0 0,0-1 0,-1 2 0,1-1 0,-1 0 0,1 0 0,-1 1 0,0 0 0,0-1 0,0 1 0,-1 0 0,1 0 0,-1 0 0,1 0 0,-1 0 0,0 0 0,0 0 0,0 1 0,-1-1 0,1 0 0,0 4 0,-1 0 0,1-1 0,-1 1 0,0 0 0,0-1 0,0 1 0,-1-1 0,0 1 0,-1-1 0,1 1 0,-1-1 0,-1 0 0,1 0 0,-1 0 0,0 0 0,0 0 0,-1 0 0,-4 5 0,-3 0 0,-1-1 0,0-1 0,-1 1 0,1-2 0,-2 0 0,-14 7 0,-12 6 0,31-16 0,-31 19 0,38-22 0,-1-1 0,1 0 0,1 1 0,-1-1 0,0 1 0,0-1 0,0 1 0,1 0 0,-1 0 0,1 0 0,0 0 0,-1 0 0,-1 4 0,4-6 0,-1 1 0,0 0 0,0 0 0,1-1 0,-1 1 0,1 0 0,-1-1 0,1 1 0,-1 0 0,1-1 0,-1 1 0,1-1 0,-1 1 0,1-1 0,0 1 0,-1-1 0,1 1 0,0-1 0,-1 0 0,1 1 0,0-1 0,0 0 0,-1 0 0,1 0 0,0 1 0,0-1 0,-1 0 0,1 0 0,0 0 0,0 0 0,1 0 0,30 1 0,-29-1 0,161-1-1365,-149 1-5461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11:47.3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132 0 24575,'-2'9'0,"0"0"0,-1 0 0,0-1 0,-1 1 0,1-1 0,-2 0 0,1 0 0,-1 0 0,-8 9 0,-3 8 0,-14 18 0,22-33 0,0 1 0,1 0 0,-10 20 0,17-30 0,-1 0 0,1-1 0,0 1 0,0 0 0,0-1 0,0 1 0,0 0 0,0 0 0,0-1 0,0 1 0,0 0 0,0-1 0,0 1 0,0 0 0,0 0 0,1-1 0,-1 1 0,0 0 0,0-1 0,1 1 0,-1-1 0,0 1 0,1 0 0,-1-1 0,1 1 0,-1-1 0,1 1 0,-1-1 0,1 1 0,-1-1 0,1 0 0,0 1 0,-1-1 0,1 1 0,0-1 0,-1 0 0,1 0 0,0 1 0,-1-1 0,1 0 0,0 0 0,-1 0 0,1 0 0,1 0 0,46 4 0,-23-2 0,-23-1 0,1 1 0,-1-1 0,0 1 0,0 0 0,0-1 0,0 1 0,0 0 0,-1 0 0,1 1 0,0-1 0,-1 0 0,0 0 0,1 1 0,-1-1 0,0 1 0,0-1 0,-1 1 0,1-1 0,0 1 0,-1 0 0,0-1 0,1 1 0,-1 0 0,0-1 0,0 1 0,-1 0 0,1-1 0,-2 5 0,2 1 0,-1-1 0,0 0 0,-1 0 0,0 0 0,0-1 0,0 1 0,-1 0 0,0-1 0,-8 12 0,9-15-76,-1-1 1,0 0-1,0 1 0,-1-2 0,1 1 0,0 0 0,-1-1 0,1 1 1,-1-1-1,1 0 0,-1 0 0,1 0 0,-1-1 0,0 1 1,0-1-1,1 0 0,-6 0 0,-6 0-6750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11:48.1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24575,'3'0'0,"4"0"0,4 0 0,2 0 0,3 0 0,2 0 0,0 0 0,0 0 0,1 0 0,-1 0 0,-3 0-8191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11:50.3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297 1 24575,'-1'14'0,"0"1"0,-1 0 0,0-1 0,-1 1 0,-1-1 0,-8 20 0,9-24 0,-13 43 0,12-34 0,-2 0 0,0-1 0,-1 0 0,-14 24 0,11-21 0,0-1 0,1 1 0,-6 24 0,-12 28 0,10-35 0,-36 62 0,-10 12-1365,58-101-5461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11:57.5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1 532 24575,'2'-6'0,"1"0"0,-1 0 0,1 1 0,1-1 0,-1 1 0,1 0 0,7-7 0,-2 0 0,9-18 0,-1-1 0,-1 0 0,-2-1 0,13-42 0,1 1 0,40-70 0,-64 136 0,-1 1 0,1 0 0,1 0 0,-1 0 0,1 0 0,9-7 0,-14 12 0,1 1 0,-1 0 0,1-1 0,-1 1 0,1-1 0,0 1 0,-1 0 0,1-1 0,-1 1 0,1 0 0,0 0 0,-1 0 0,1-1 0,0 1 0,-1 0 0,1 0 0,0 0 0,0 0 0,-1 0 0,1 0 0,0 0 0,-1 1 0,1-1 0,0 0 0,-1 0 0,1 0 0,0 1 0,0-1 0,0 2 0,1 0 0,-1-1 0,0 1 0,0 0 0,0 0 0,0 0 0,0 0 0,0 0 0,-1 0 0,1 0 0,-1 0 0,1 0 0,-1 0 0,0 4 0,3 89 0,-4-74 0,1 1 0,1 0 0,7 41 0,-4-43 0,-2 1 0,0-1 0,-1 32 0,-2-31 0,2-1 0,0 1 0,7 33 0,-3-25-1365,-3-15-5461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11:58.4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 24575,'3'0'0,"4"0"0,4 0 0,3 0 0,2 0 0,1 0 0,1 0 0,1 0 0,-1 0 0,1 0 0,-1 0 0,0 0 0,-1 0 0,1 0 0,-3-3 0,-2-1 0,-2 0-8191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12:00.6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 3 24575,'97'-2'0,"107"4"0,-202-2 0,0 1 0,-1-1 0,1 1 0,0 0 0,0-1 0,0 1 0,0 0 0,-1 0 0,1 0 0,0 0 0,-1 0 0,1 1 0,-1-1 0,1 0 0,-1 1 0,0-1 0,0 1 0,1-1 0,-1 1 0,0 0 0,0-1 0,-1 1 0,1 0 0,0 0 0,0 0 0,-1 0 0,1 0 0,-1 0 0,0-1 0,0 5 0,2 8 0,-2 1 0,0-1 0,-3 20 0,2-9 0,-1 20 0,-2 0 0,-1-1 0,-15 54 0,17-82 0,1 1 0,0 1 0,1 19 0,1-20 0,-1 1 0,-7 34 0,3-16 0,1-1 0,1 1 0,2 0 0,5 44 0,-2 8 0,-1-84 0,-1-1 0,0 1 0,0 0 0,-1 0 0,1-1 0,-1 1 0,1 0 0,-1-1 0,0 1 0,-1 0 0,1-1 0,-1 0 0,-3 6 0,3-7 0,0 0 0,-1 0 0,1-1 0,-1 1 0,1-1 0,-1 0 0,1 1 0,-1-1 0,0-1 0,0 1 0,0 0 0,0 0 0,0-1 0,1 0 0,-1 0 0,0 0 0,0 0 0,-4 0 0,-14 1 0,0 1 0,0 1 0,-32 8 0,-27 5 0,23-3-1365,44-11-5461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10:26.9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51 24575,'-1'36'0,"-1"1"0,-8 36 0,0-28 0,6-35 0,1 1 0,1 0 0,0-1 0,0 1 0,1 0 0,0 0 0,1 0 0,0 0 0,1-1 0,0 1 0,3 12 0,-2-21 0,0 1 0,0-1 0,0 1 0,0-1 0,0 0 0,1 0 0,-1 0 0,1 0 0,-1 0 0,1-1 0,0 1 0,0-1 0,0 0 0,0 0 0,0 0 0,0 0 0,0 0 0,5 0 0,59 6 0,-35-6 0,148 11 0,-113-6 0,1-3 0,68-5 0,-19-1 0,-13 12 0,-71-4 0,42 0 0,1161-6 0,-1058 19 0,4760-19 0,-4936 2 0,1-1 0,0 0 0,0 0 0,-1 0 0,1-1 0,0 1 0,-1-1 0,1 1 0,-1-1 0,1 0 0,-1 0 0,1 0 0,-1 0 0,1-1 0,-1 1 0,0 0 0,0-1 0,0 0 0,0 0 0,0 1 0,4-5 0,-4 0 0,1 1 0,-1 0 0,0-1 0,-1 1 0,1-1 0,-1 0 0,0 1 0,-1-1 0,1-6 0,14-82 0,-9 70 0,-2 0 0,2-49 0,-6-86-1365,0 144-5461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10:29.1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 0 24575,'-16'52'0,"13"40"0,4-69 0,-2 0 0,0 0 0,-8 37 0,6-40 21,1 1 0,0-1 0,2 1 0,3 33 0,-2-36-231,0-1 0,0 1 0,-2 0 0,0 0 0,-1-1 0,-6 26 0,4-31-6616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10:32.2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160 14 24575,'-21'-6'0,"19"5"0,0 0 0,1 0 0,-1 0 0,0 0 0,0 1 0,0-1 0,0 1 0,0-1 0,0 1 0,0 0 0,0 0 0,0 0 0,-4 0 0,0 3 0,-1-1 0,1 1 0,0 0 0,0 1 0,0-1 0,1 1 0,-1 0 0,1 1 0,0-1 0,0 1 0,0 0 0,1 0 0,-1 1 0,1-1 0,1 1 0,-1 0 0,1 0 0,0 0 0,0 1 0,1-1 0,0 1 0,0-1 0,0 1 0,1 0 0,0 0 0,0-1 0,1 1 0,0 0 0,0 0 0,1 0 0,0 0 0,0 0 0,0-1 0,3 8 0,-1-10 0,0 0 0,0 0 0,1 0 0,-1 0 0,1-1 0,0 0 0,0 1 0,0-1 0,1-1 0,-1 1 0,0-1 0,1 1 0,0-1 0,0 0 0,0-1 0,0 1 0,7 0 0,-3 0 0,0 0 0,1-1 0,-1 0 0,1 0 0,-1-1 0,1-1 0,-1 1 0,15-4 0,-19 2 5,0 0-1,0-1 1,-1 1 0,0-1-1,1 0 1,-1 0-1,0 0 1,0-1 0,-1 1-1,1-1 1,-1 0 0,1 0-1,-1-1 1,-1 1-1,1 0 1,-1-1 0,1 0-1,-1 1 1,-1-1-1,1 0 1,-1 0 0,1 0-1,-2 0 1,1-1-1,0-4 1,0 2-92,0 1-1,-1-1 1,0 1 0,0-1-1,-1 1 1,0-1 0,0 1-1,-1 0 1,1-1-1,-2 1 1,1 0 0,-1 0-1,0 0 1,-1 1 0,1-1-1,-9-11 1,4 10-6739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10:33.6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0 107 24575,'17'0'0,"0"0"0,0 0 0,-1-2 0,1 0 0,0-1 0,-1 0 0,0-2 0,0 0 0,0 0 0,-1-2 0,1 0 0,-1-1 0,-1 0 0,0-1 0,0-1 0,21-18 0,-35 28 0,0 0 0,0-1 0,0 1 0,0 0 0,0 0 0,0 0 0,0 0 0,0-1 0,0 1 0,0 0 0,0 0 0,0 0 0,0 0 0,0-1 0,1 1 0,-1 0 0,0 0 0,0 0 0,0 0 0,0 0 0,0 0 0,1 0 0,-1-1 0,0 1 0,0 0 0,0 0 0,0 0 0,0 0 0,1 0 0,-1 0 0,0 0 0,0 0 0,0 0 0,1 0 0,-1 0 0,0 0 0,0 0 0,0 0 0,0 0 0,1 0 0,-1 0 0,0 0 0,0 0 0,0 0 0,0 0 0,1 0 0,-1 0 0,0 1 0,0-1 0,0 0 0,0 0 0,1 0 0,-1 0 0,0 0 0,-3 14 0,-11 17 0,-13 4 0,1-1 0,1 2 0,1 0 0,2 1 0,-19 46 0,34-53-1365,5-16-5461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10:34.3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140 1 24575,'-3'32'0,"-1"-1"0,-2 1 0,0-1 0,-15 39 0,-35 173 0,13-120-1365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10:34.7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24575,'3'0'0,"4"0"0,4 0 0,-1 0-8191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10:35.0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10:35.3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24575,'0'0'-8191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10:39.3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0 24575,'0'35'0,"1"48"0,-15 118 0,-4-56 0,11-84 0,6-41 0,-2 0 0,-6 28 0,12-89 0,-4 33 0,1 0 0,1-1 0,-1 1 0,1-1 0,5-15 0,8-21 0,13-65 0,-17 71 0,3 0 0,1 0 0,36-68 0,-36 79 0,-13 24 0,1 1 0,0 0 0,0-1 0,0 1 0,0 0 0,0 0 0,1 0 0,0 0 0,-1 0 0,1 1 0,0-1 0,0 1 0,1 0 0,-1 0 0,0 0 0,1 0 0,-1 1 0,5-2 0,-6 3 0,0-1 0,1 1 0,-1 1 0,0-1 0,0 0 0,0 0 0,0 1 0,0-1 0,0 1 0,0 0 0,0 0 0,0-1 0,0 1 0,0 0 0,0 1 0,0-1 0,-1 0 0,1 0 0,0 1 0,-1-1 0,1 1 0,-1 0 0,0-1 0,1 1 0,-1 0 0,0 0 0,0 0 0,0 0 0,0 0 0,-1 0 0,1 0 0,-1 0 0,1 2 0,3 4 0,-1 1 0,-1-1 0,1 1 0,-1 0 0,-1-1 0,0 1 0,0 0 0,-1 0 0,0 0 0,0 0 0,-1 0 0,0 0 0,-1 0 0,0-1 0,0 1 0,-1-1 0,0 1 0,0-1 0,-1 0 0,-6 11 0,2-6 0,0 1 0,1 1 0,1-1 0,0 1 0,1 0 0,1 1 0,0-1 0,2 1 0,-1-1 0,2 1 0,0 0 0,1 17 0,0-32 4,1 1 0,-1 0 0,0-1 0,1 1-1,-1-1 1,1 1 0,-1 0 0,1-1 0,0 1 0,0-1-1,-1 0 1,1 1 0,0-1 0,1 0 0,-1 1 0,0-1-1,0 0 1,0 0 0,1 0 0,-1 0 0,0 0 0,1 0 0,-1 0-1,1-1 1,-1 1 0,1 0 0,3 0 0,2 0-228,0 0 0,0 0 0,1 0 1,14-2-1,-18 1-130,12-1-6472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10:40.4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24575,'0'776'-1365,"0"-761"-5461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11:15.0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162 100 24575,'0'-2'0,"1"0"0,-1 0 0,0 0 0,0 0 0,-1 0 0,1 0 0,0 0 0,-1 0 0,1 0 0,-1 0 0,0 1 0,1-1 0,-1 0 0,0 0 0,0 1 0,0-1 0,-1 0 0,1 1 0,0-1 0,0 1 0,-1-1 0,1 1 0,-1 0 0,1 0 0,-1 0 0,0-1 0,0 2 0,-1-2 0,0 1 0,1 1 0,-1 0 0,0-1 0,1 1 0,-1 0 0,1 1 0,-1-1 0,0 0 0,1 1 0,-1-1 0,1 1 0,-1 0 0,1 0 0,-1 0 0,1 0 0,0 0 0,0 1 0,-1-1 0,1 1 0,0 0 0,-2 2 0,-4 3 0,1 0 0,1 0 0,-1 0 0,1 1 0,0 0 0,1 1 0,0-1 0,0 1 0,1 0 0,0 1 0,1-1 0,0 0 0,0 1 0,1 0 0,0-1 0,1 1 0,0 0 0,1 0 0,0 0 0,0 0 0,2 11 0,-1-19 0,-1 0 0,1 0 0,0 0 0,-1 0 0,1 0 0,0 0 0,0 0 0,1 0 0,-1 0 0,0-1 0,1 1 0,-1 0 0,1-1 0,-1 1 0,1-1 0,0 0 0,-1 1 0,1-1 0,0 0 0,0 0 0,0 0 0,0 0 0,0-1 0,0 1 0,0 0 0,0-1 0,0 0 0,1 1 0,-1-1 0,4 0 0,9 1 0,1-1 0,-1 0 0,20-4 0,-26 3 0,-4 0 0,0 0 0,0 0 0,-1-1 0,1 0 0,-1 1 0,1-2 0,-1 1 0,1 0 0,-1-1 0,0 0 0,0 0 0,0 0 0,-1 0 0,1-1 0,-1 1 0,0-1 0,0 0 0,0 0 0,0 0 0,3-9 0,4-8 0,-1 0 0,-1-1 0,7-30 0,-1 4 0,-9 31 0,-1 1 0,4-33 0,-25 128 0,14-26 0,6 74 0,-3-125-57,0-1 0,0 1 1,0 0-1,1-1 0,-1 1 0,1-1 0,-1 1 0,1-1 0,-1 1 0,1-1 0,0 0 1,0 1-1,0-1 0,0 0 0,0 1 0,0-1 0,0 0 0,0 0 0,0 0 1,1 0-1,-1 0 0,0 0 0,2 0 0,8 4-6769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11:15.9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1 24575,'1'41'0,"0"-14"0,-1 0 0,-2 0 0,-9 53 0,5-45 0,5-26 0,-1 1 0,0-1 0,0 1 0,-6 11 0,26-57 0,-2 5 0,15-43 0,-26 57 0,9-29 0,-13 44 0,0 0 0,-1 0 0,1 0 0,0 0 0,0 0 0,0 0 0,1 1 0,-1-1 0,0 0 0,1 0 0,-1 1 0,1-1 0,-1 1 0,1 0 0,3-3 0,-3 4 0,-1 0 0,0 0 0,0 0 0,1 0 0,-1 1 0,0-1 0,1 0 0,-1 1 0,0-1 0,0 0 0,1 1 0,-1 0 0,0-1 0,0 1 0,0 0 0,0-1 0,0 1 0,0 0 0,0 0 0,0 0 0,0 0 0,0 0 0,-1 0 0,1 0 0,1 2 0,-1-2 0,0 1 0,0-1 0,0 1 0,0-1 0,0 0 0,1 1 0,-1-1 0,1 0 0,-1 0 0,1 0 0,-1 0 0,1 0 0,-1 0 0,1-1 0,0 1 0,-1 0 0,1-1 0,0 0 0,0 1 0,0-1 0,1 0 0,1-1 10,0 0-1,0 0 0,-1-1 1,1 1-1,-1-1 0,1 0 0,-1 0 1,0 0-1,6-6 0,12-6-1467,-10 8-5368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11:16.7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 34 24575,'-1'23'0,"-2"0"0,0-1 0,-10 34 0,-4 31 0,-2 0 0,14-66 0,5-18 0,1-6 0,38-74 0,-13 29 0,-6 6 0,2 1 0,1 1 0,33-42 0,-34 62 0,-21 20 0,-1-1 0,1 1 0,-1 0 0,0 0 0,1 0 0,-1-1 0,1 1 0,-1 0 0,1 0 0,-1 0 0,1 0 0,-1 0 0,0 0 0,1 0 0,-1 0 0,1 0 0,-1 0 0,1 0 0,-1 0 0,1 0 0,-1 1 0,1-1 0,-1 0 0,0 0 0,1 0 0,-1 1 0,1-1 0,-1 0 0,1 1 0,1 2 0,-1 0 0,1 1 0,-1-1 0,1 1 0,-1-1 0,0 1 0,0-1 0,-1 1 0,1 4 0,12 36 0,-13-44 0,1 1 0,0 0 0,-1-1 0,1 1 0,-1 0 0,1-1 0,0 1 0,-1-1 0,1 1 0,0-1 0,0 1 0,0-1 0,-1 0 0,1 1 0,0-1 0,0 0 0,0 1 0,0-1 0,0 0 0,-1 0 0,1 0 0,0 0 0,0 0 0,0 0 0,0 0 0,0 0 0,0 0 0,-1-1 0,1 1 0,0 0 0,0 0 0,0-1 0,0 1 0,-1-1 0,1 1 0,0-1 0,0 1 0,-1-1 0,1 1 0,0-1 0,0 0 0,36-35 118,-15 13-1601,-14 16-5343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11:17.2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24575,'212'18'0,"-190"-18"-73,-12 1-185,-1-1-1,1 0 1,0-1-1,14-3 1,-13 0-6568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11:17.7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24575,'3'0'0,"4"0"0,3 0 0,4 0 0,2 0 0,2 0 0,0 0 0,0 0 0,0 0 0,1 0 0,-1 0 0,0 0 0,0 0 0,-1 0 0,1 0 0,0 0 0,-1 0 0,-2 0-8191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12:27.3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107 1 24575,'-1'16'0,"-1"0"0,-1 0 0,0 0 0,-8 19 0,-4 25 0,1 10 0,7-40 0,1 0 0,1 1 0,0 37 0,-12 180 0,9-190 134,-1-10-1633,8-34-5327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12:28.6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253 58 24575,'4'23'0,"-3"-22"0,0 0 0,-1 1 0,1-1 0,-1 0 0,0 0 0,1 1 0,-1-1 0,0 0 0,0 0 0,0 1 0,0-1 0,0 0 0,0 0 0,0 1 0,0-1 0,0 0 0,-1 1 0,1-1 0,0 0 0,-1 0 0,1 0 0,-1 0 0,0 1 0,1-1 0,-1 0 0,0 0 0,0 0 0,1 0 0,-1 0 0,0 0 0,0-1 0,0 1 0,-2 1 0,-80 55 0,66-48 0,0 2 0,1 0 0,1 1 0,-1 0 0,-24 29 0,-2-3 0,104-89 0,-47 40 0,36-31 0,78-85 0,-59 56 0,-69 70 0,0 0 0,0 0 0,0 0 0,1 0 0,-1 0 0,0 1 0,1-1 0,-1 1 0,0-1 0,1 1 0,-1-1 0,1 1 0,-1 0 0,1 0 0,-1-1 0,1 1 0,-1 0 0,0 1 0,1-1 0,-1 0 0,1 0 0,-1 0 0,1 1 0,-1-1 0,1 1 0,-1-1 0,0 1 0,1 0 0,-1 0 0,0-1 0,0 1 0,0 0 0,1 0 0,-1 0 0,0 0 0,0 0 0,0 0 0,0 1 0,-1-1 0,1 0 0,1 2 0,7 9 0,0 1 0,-1 0 0,7 17 0,-6-14 0,3 3-455,0 0 0,18 18 0,-24-28-6371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12:30.1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42 681 24575,'35'-37'0,"-2"-2"0,-2-1 0,-1-1 0,-2-2 0,-2 0 0,32-74 0,-30 61 0,-19 40 0,-1 1 0,-1-2 0,11-31 0,-10 18 0,-5 22 0,0-1 0,0 0 0,-1-1 0,0 1 0,0 0 0,-1 0 0,0-1 0,-1 1 0,0-1 0,-1 1 0,-2-15 0,2 23 0,1 0 0,0 1 0,0-1 0,-1 0 0,1 1 0,0-1 0,-1 0 0,1 1 0,-1-1 0,1 0 0,0 1 0,-1-1 0,0 1 0,1-1 0,-1 1 0,1-1 0,-1 1 0,0 0 0,1-1 0,-1 1 0,0 0 0,1-1 0,-1 1 0,0 0 0,1 0 0,-1 0 0,0 0 0,0 0 0,1 0 0,-1-1 0,0 2 0,0-1 0,0 0 0,-28 16 0,-15 33 0,-50 61 0,35-45 0,43-44 0,1 1 0,0 1 0,2 0 0,0 1 0,2 1 0,1 0 0,-12 42 0,18-47 0,0 1 0,2 0 0,0 0 0,1 0 0,1 0 0,1 0 0,1 0 0,8 35 0,-7-47 0,-1-1 0,1 0 0,1 1 0,0-2 0,0 1 0,1 0 0,-1-1 0,2 0 0,-1 0 0,1 0 0,0-1 0,0 0 0,1 0 0,0 0 0,0-1 0,0 0 0,1 0 0,0-1 0,-1 0 0,2 0 0,-1-1 0,0 0 0,11 2 0,9 1 0,-19-3 0,0-1 0,1 0 0,-1-1 0,1 0 0,18 0 0,-26-1 0,0-1 0,0 1 0,0 0 0,-1-1 0,1 0 0,0 1 0,0-1 0,0 0 0,-1 0 0,1 0 0,0 0 0,-1 0 0,1-1 0,-1 1 0,1 0 0,-1-1 0,0 1 0,1-1 0,-1 1 0,0-1 0,0 0 0,0 0 0,0 1 0,-1-1 0,1 0 0,0 0 0,-1 0 0,1 0 0,-1 0 0,0 0 0,0 0 0,1 0 0,-1 1 0,-1-4 0,2-7-151,-2 0-1,1 0 0,-2 0 0,0-1 1,0 1-1,-1 1 0,0-1 1,-8-18-1,4 15-6674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12:30.8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1 24575,'1'54'0,"0"-22"0,-1-1 0,-1 1 0,-11 56 0,12-86 0,-1 0 0,0 0 0,1 0 0,-1 0 0,1 0 0,0 0 0,0 0 0,-1 0 0,1 0 0,1 0 0,-1 0 0,0 0 0,0 0 0,1 0 0,-1 0 0,1 0 0,0 0 0,-1 0 0,1 0 0,0 0 0,0 0 0,0-1 0,0 1 0,1 0 0,-1-1 0,0 1 0,1-1 0,2 3 0,0-2 0,1-1 0,-1 1 0,0-1 0,1 0 0,-1 0 0,1 0 0,-1-1 0,1 1 0,0-1 0,-1 0 0,1-1 0,5 0 0,-4 0 0,0 0 0,0-1 0,-1 1 0,1-1 0,0 0 0,-1-1 0,0 1 0,0-1 0,0 0 0,0-1 0,0 1 0,0-1 0,-1 0 0,8-8 0,2-5 0,-1 0 0,18-33 0,-28 44 0,9-21 0,-12 24 0,1-1 0,0 1 0,0 0 0,0 0 0,0-1 0,1 1 0,-1 0 0,1 0 0,0 1 0,0-1 0,0 0 0,0 1 0,1-1 0,-1 1 0,0-1 0,1 1 0,0 0 0,4-2 0,-7 4 0,0-1 0,1 1 0,-1 0 0,0 0 0,1 0 0,-1 0 0,1 0 0,-1 0 0,0 0 0,1 0 0,-1 0 0,1 0 0,-1 0 0,0 1 0,1-1 0,-1 0 0,0 0 0,1 0 0,-1 0 0,0 1 0,1-1 0,-1 0 0,0 0 0,1 1 0,-1-1 0,0 0 0,1 0 0,-1 1 0,0-1 0,0 0 0,0 1 0,1-1 0,-1 0 0,0 1 0,0-1 0,0 0 0,0 1 0,0-1 0,1 1 0,-2 22 0,-10 22 0,11-45 0,-1 2-37,-16 65 199,16-64-250,0 1 1,1-1-1,-1 1 0,1-1 1,0 1-1,0-1 0,0 1 1,1-1-1,-1 1 0,1-1 1,0 0-1,0 1 1,0-1-1,0 0 0,1 1 1,2 4-1,4 0-6738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12:31.2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195 1 24575,'-4'1'0,"0"1"0,0 0 0,0 0 0,0 1 0,1-1 0,-1 1 0,1 0 0,-1 0 0,1 0 0,0 0 0,1 0 0,-1 1 0,0-1 0,1 1 0,-3 5 0,-7 8 0,-13 13 0,-27 42 0,44-60 0,1 0 0,1 1 0,0 0 0,0 1 0,1-1 0,-5 27 0,9-37 0,1-1 0,-1 0 0,1 0 0,0 0 0,0 1 0,0-1 0,0 0 0,0 1 0,0-1 0,1 0 0,-1 0 0,1 0 0,0 1 0,-1-1 0,1 0 0,0 0 0,0 0 0,1 0 0,-1 0 0,0-1 0,0 1 0,1 0 0,-1 0 0,1-1 0,0 1 0,-1-1 0,1 1 0,0-1 0,0 0 0,0 0 0,0 0 0,0 0 0,0 0 0,0 0 0,0-1 0,1 1 0,3 0 0,9 1 0,0 0 0,0-1 0,0-1 0,26-3 0,-11 2 0,-26 1-85,0 0 0,1 0-1,-1-1 1,1 1 0,-1-1-1,0 0 1,0 0 0,1-1-1,-1 1 1,0-1 0,0 0-1,-1 0 1,1 0 0,0-1-1,5-4 1,0-2-6741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12:31.7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104 0 24575,'-6'171'0,"3"-145"0,-1 1 0,-1-1 0,-1 0 0,-13 34 0,-1-15 0,13-29 0,0-1 0,0 1 0,2 0 0,0 0 0,-3 22 0,7-38 0,1 1 0,0 0 0,0-1 0,-1 1 0,1 0 0,0-1 0,0 1 0,0 0 0,0-1 0,0 1 0,0 0 0,0-1 0,0 1 0,0 0 0,1-1 0,-1 1 0,0-1 0,0 1 0,0 0 0,1-1 0,-1 1 0,0-1 0,1 1 0,-1 0 0,0-1 0,1 1 0,-1-1 0,1 1 0,-1-1 0,1 0 0,-1 1 0,1-1 0,-1 1 0,1-1 0,0 1 0,1-2 0,0 1 0,0 0 0,-1-1 0,1 1 0,0-1 0,-1 1 0,1-1 0,-1 0 0,1 0 0,-1 1 0,1-1 0,-1 0 0,2-2 0,39-38 0,-14 10 0,-20 23 0,-1 0 0,1 0 0,-2-1 0,7-9 0,8-17 0,-14 24 0,1-1 0,-2 0 0,0 0 0,9-26 0,2-19-1365,-15 44-5461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12:32.0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24575,'0'3'0,"0"4"0,0 4 0,3 0 0,1 1 0,0 1 0,2-1 0,1 1 0,-2 0 0,1-2 0,1-2-8191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12:32.5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1 199 24575,'18'0'0,"-1"0"0,0 0 0,0-1 0,1 0 0,29-7 0,-42 6 0,0 0 0,0 0 0,0 0 0,0-1 0,-1 0 0,1 0 0,0 0 0,-1 0 0,0 0 0,0-1 0,0 0 0,0 0 0,-1 0 0,0 0 0,1-1 0,-2 1 0,1-1 0,0 0 0,2-6 0,10-47 0,-14 55 0,-1 1 0,1-1 0,-1 0 0,0 0 0,1 0 0,-1 0 0,-1 0 0,1 0 0,0 0 0,-1 1 0,1-1 0,-1 0 0,0 0 0,0 0 0,0 1 0,0-1 0,-3-3 0,3 6 0,1 0 0,-1 0 0,0 0 0,1 0 0,-1 0 0,0 0 0,1 0 0,-1 0 0,0 0 0,1 0 0,-1 1 0,0-1 0,1 0 0,-1 1 0,0-1 0,1 0 0,-1 1 0,1-1 0,-1 0 0,1 1 0,-1-1 0,1 1 0,-1-1 0,1 1 0,0 0 0,-1-1 0,1 1 0,0-1 0,-1 1 0,1 0 0,-1 0 0,-13 24 0,13-24 0,-20 36 0,10-19 0,0 1 0,1 0 0,0 0 0,2 1 0,1 0 0,0 0 0,1 1 0,-2 21 0,8-40-49,0-1 1,0 0-1,0 0 0,0 0 0,0 0 1,0 1-1,0-1 0,1 0 0,-1 0 1,1 0-1,-1 0 0,1 0 0,-1 0 1,1 0-1,-1 0 0,1 0 0,0 0 1,0 0-1,-1 0 0,1-1 0,0 1 1,0 0-1,0 0 0,0-1 0,0 1 0,0 0 1,2 0-1,8 3-6777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12:33.1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139 0 24575,'-1'12'0,"0"-1"0,-1 0 0,-1 0 0,0 0 0,-1 0 0,-7 17 0,-11 36 0,15-35 0,-22 52 0,14-42 0,6-13 0,1-1 0,1 1 0,1 1 0,1-1 0,-1 30 0,7-54 4,-1 1-1,1-1 1,-1 0-1,1 0 1,0 0-1,0 0 1,0 1-1,0-1 1,1 0-1,-1-1 1,0 1-1,1 0 1,-1 0-1,1-1 1,0 1-1,0 0 1,-1-1-1,1 0 1,0 1-1,0-1 1,0 0 0,0 0-1,1 0 1,-1-1-1,0 1 1,0 0-1,1-1 1,-1 1-1,4-1 1,11 3-361,0 0 1,31-1 0,-42-1-46,10-1-6424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12:33.6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24575,'3'0'0,"4"0"0,4 0 0,3 0 0,2 0 0,2 0 0,0 0 0,0 0 0,1 0 0,-1 0 0,0 0 0,0 0 0,0 0 0,-1 0 0,-5 0 0,-8 0 0,-11 0 0,-4 0-8191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12:34.7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214 1 24575,'-3'0'0,"-4"0"0,-4 0 0,-3 0 0,1 3 0,0 1 0,-1 0 0,-2-1 0,0-1 0,-1 0 0,0-2 0,-1 1 0,0-1 0,4 3 0,3 3 0,4 5 0,3 0-8191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12:35.3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20 24575,'3'0'0,"0"-3"0,4-2 0,3 2 0,3-1 0,3 2 0,0 1 0,2 0 0,0 1 0,0 0 0,1 0 0,-1 0 0,0 0 0,-4 0-8191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25:25.0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0 108 24575,'87'17'0,"360"-14"0,-228-6 0,-149 2 0,78 3 0,-108 9 0,-36-9 0,0 0 0,0 0 0,0-1 0,1 1 0,-1-1 0,0 0 0,1 0 0,-1-1 0,0 1 0,1-1 0,-1 0 0,1 0 0,-1-1 0,8-1 0,-11 2 0,-1-1 0,1 1 0,-1-1 0,1 0 0,-1 1 0,0-1 0,1 0 0,-1 1 0,0-1 0,0 0 0,1 1 0,-1-1 0,0 0 0,0 0 0,0 1 0,0-1 0,0 0 0,0 0 0,0 1 0,0-1 0,0 0 0,-1 1 0,1-1 0,0 0 0,0 0 0,-1 1 0,1-1 0,0 0 0,-1 1 0,1-1 0,-1 1 0,0-2 0,-18-26 0,13 20 0,-9-17 0,11 17 0,0 1 0,-1-1 0,0 1 0,0 0 0,-1 0 0,-13-12 0,45 71 0,-19-41 0,1 0 0,1 0 0,0-1 0,0 0 0,1 0 0,0-1 0,1-1 0,-1 0 0,2 0 0,-1-1 0,1 0 0,0-1 0,24 8 0,-39-15 8,0 1 0,0-1 0,0 1 0,0 0 0,0 0 0,0 0 0,0 0 0,0 1 0,0-1 0,0 1 0,0 0 0,0-1 0,0 1 0,-4 2 0,-37 23-1493,35-20-5341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25:28.1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603 114 24575,'-2'-4'0,"0"0"0,-1 0 0,1 0 0,-1 0 0,0 0 0,0 0 0,-1 1 0,1 0 0,-1-1 0,-7-4 0,-8-10 0,16 14 0,0 0 0,0 1 0,0-1 0,-1 1 0,1-1 0,-1 1 0,0 0 0,0 0 0,0 1 0,0-1 0,0 1 0,-1 0 0,1 0 0,-1 0 0,1 1 0,-1 0 0,0 0 0,0 0 0,0 0 0,1 1 0,-1-1 0,0 1 0,0 1 0,0-1 0,0 1 0,0-1 0,1 1 0,-1 1 0,0-1 0,1 1 0,-9 4 0,-184 61 0,194-65 0,0-1 0,0 1 0,1 0 0,-1 0 0,1 0 0,-1 0 0,1 0 0,0 0 0,0 1 0,0-1 0,0 1 0,0-1 0,0 1 0,1 0 0,0 0 0,-1 0 0,1 0 0,0 0 0,0 0 0,0 0 0,1 0 0,-1 0 0,1 6 0,-2 11 0,2 0 0,3 35 0,-1-22 0,-4 14 0,-2 0 0,-2-1 0,-14 56 0,13-69 0,-9 36 0,-3-1 0,-36 83 0,43-127 0,9-17 0,-1 0 0,1 0 0,0 0 0,1 0 0,-4 13 0,7-20 0,-1 1 0,1-1 0,-1 1 0,1-1 0,-1 1 0,1-1 0,0 1 0,-1-1 0,1 0 0,-1 1 0,1-1 0,0 0 0,-1 1 0,1-1 0,0 0 0,-1 0 0,1 0 0,0 0 0,-1 0 0,1 0 0,0 0 0,0 0 0,-1 0 0,1 0 0,0 0 0,-1 0 0,1 0 0,0 0 0,-1-1 0,2 1 0,36-7 0,-26 4 0,49-2 0,105 4 0,-71 3 0,-94-2-36,1 0-13,0 0 0,0-1 0,-1 1-1,1 0 1,0 0 0,0 0 0,0 0 0,-1 1-1,1-1 1,0 0 0,0 1 0,-1-1-1,1 1 1,0 0 0,-1-1 0,1 1-1,0 0 1,-1 0 0,1 0 0,-1 0-1,0 0 1,1 0 0,-1 1 0,0-1-1,0 0 1,2 3 0,-3 3-6777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25:30.0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 1 24575,'27'35'0,"37"69"0,-61-97 0,0 0 0,-1-1 0,0 1 0,0 0 0,-1 0 0,0 0 0,0 1 0,0-1 0,-1 0 0,-1 8 0,1-12 0,0 0 0,-1 0 0,0-1 0,1 1 0,-1-1 0,0 1 0,0-1 0,0 1 0,-1-1 0,1 0 0,-1 1 0,1-1 0,-1 0 0,0 0 0,1 0 0,-1 0 0,0 0 0,0-1 0,-1 1 0,1 0 0,0-1 0,0 0 0,-1 1 0,1-1 0,-1 0 0,1 0 0,-1-1 0,0 1 0,-3 0 0,3-1 0,1 1 0,-1-1 0,1 1 0,0-1 0,-1 1 0,1 0 0,0 0 0,-1 0 0,1 0 0,0 0 0,0 0 0,0 1 0,0-1 0,0 1 0,0-1 0,1 1 0,-1 0 0,0 0 0,1-1 0,-1 1 0,-1 5 0,2-4 0,0 0 0,1 0 0,-1 0 0,1 0 0,0 0 0,0 0 0,0 0 0,1 0 0,-1 0 0,1 0 0,-1-1 0,1 1 0,0 0 0,0 0 0,0 0 0,1 0 0,-1-1 0,3 4 0,4 8 0,0 2 0,-1-1 0,0 1 0,-1 0 0,-1 0 0,6 32 0,-11-44 0,1 1 0,-1 0 0,0-1 0,0 1 0,0 0 0,-1 0 0,1-1 0,-1 1 0,0-1 0,-1 1 0,1-1 0,-1 1 0,0-1 0,0 0 0,0 0 0,-1 0 0,1 0 0,-1 0 0,0 0 0,0-1 0,-1 1 0,1-1 0,-1 0 0,1 0 0,-1 0 0,0-1 0,0 1 0,0-1 0,-5 2 0,-29 17-1365,29-13-5461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25:30.8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0 170 24575,'2'-4'0,"-1"0"0,1 0 0,0 0 0,0 1 0,1-1 0,-1 1 0,1-1 0,0 1 0,4-4 0,5-7 0,57-91 0,-69 105 0,0-1 0,1 0 0,-1 1 0,0-1 0,1 1 0,-1-1 0,0 1 0,1-1 0,-1 1 0,1-1 0,-1 1 0,1-1 0,-1 1 0,1-1 0,-1 1 0,1 0 0,-1-1 0,1 1 0,-1 0 0,1 0 0,0-1 0,-1 1 0,1 0 0,-1 0 0,1 0 0,0 0 0,-1 0 0,1 0 0,0 0 0,-1 0 0,1 0 0,0 0 0,-1 0 0,1 0 0,-1 0 0,1 0 0,1 1 0,-1 1 0,0-1 0,0 1 0,0 0 0,0 0 0,0 0 0,0 0 0,0 0 0,-1-1 0,1 1 0,-1 0 0,1 4 0,3 58 0,-4-63 0,-1 519 0,-18-345 0,17-132 0,1-29 0,0 0 0,1-1 0,0 1 0,1 0 0,1-1 0,3 18 0,-4-28-80,0-1 0,0 0-1,1 0 1,-1 0 0,0 0-1,1 0 1,-1 0 0,1 0-1,0 0 1,0-1 0,0 1 0,0-1-1,0 1 1,0-1 0,0 0-1,3 2 1,9 2-6746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25:31.6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347 1 24575,'-1'6'0,"-1"0"0,1 0 0,-1 1 0,-1-1 0,1-1 0,-4 8 0,-5 12 0,-102 294 0,88-240 0,-25 68 0,-75 135-1365,119-269-5461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25:32.2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171 1 24575,'0'8'0,"1"33"0,-2 0 0,-2 0 0,-1-1 0,-13 54 0,-48 101 0,47-149 0,-32 100 0,41-118-1365,4-16-5461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25:33.4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245 1 24575,'14'-1'0,"-1"2"0,1-1 0,-1 2 0,1 0 0,-1 1 0,24 7 0,-31-7 0,0 0 0,0 0 0,0 1 0,0-1 0,-1 1 0,0 1 0,0-1 0,0 1 0,0 0 0,-1 0 0,1 0 0,-1 0 0,-1 1 0,1 0 0,4 11 0,-1-2 0,0-3 0,-1 1 0,-1 0 0,0 1 0,5 23 0,-9-31 0,-1-1 0,0 1 0,0 0 0,0 0 0,-1 0 0,0-1 0,0 1 0,0 0 0,-1-1 0,0 1 0,0-1 0,0 0 0,-1 1 0,-6 8 0,0 0 0,-1-2 0,-1 1 0,0-2 0,-1 1 0,-25 18 0,15-12 0,21-17 0,1-1 0,-1 1 0,0 0 0,0 0 0,1 0 0,-1 0 0,0 0 0,1 0 0,-1 0 0,1 0 0,-1 0 0,1 0 0,0 0 0,-1 1 0,1-1 0,0 0 0,0 0 0,0 0 0,0 0 0,0 1 0,0-1 0,0 0 0,0 0 0,0 0 0,1 0 0,-1 1 0,0-1 0,1 0 0,-1 0 0,1 0 0,-1 0 0,1 0 0,0 0 0,-1 0 0,1 0 0,0 0 0,1 1 0,40 37 0,-25-24 0,-12-10 0,-1 0 0,1 1 0,-1 0 0,0 0 0,-1 1 0,0-1 0,1 1 0,-2-1 0,1 1 0,-1 0 0,0 0 0,-1 0 0,0 0 0,0 0 0,0 1 0,-1-1 0,0 0 0,0 0 0,-1 0 0,0 1 0,0-1 0,-1 0 0,0 0 0,0 0 0,-1-1 0,1 1 0,-2 0 0,1-1 0,-1 0 0,0 0 0,0 0 0,0 0 0,-1-1 0,-8 9 0,-1-2 0,-1 0 0,0-1 0,-1 0 0,0-1 0,-32 14 0,-91 24 0,102-36-40,25-7-225,-1-1 0,0 0 0,-1-1 0,-18 2 0,16-4-6561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25:34.7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1 24575,'1'2'0,"-1"0"0,1 0 0,-1 0 0,1 0 0,0-1 0,-1 1 0,1 0 0,0 0 0,0-1 0,0 1 0,1 0 0,-1-1 0,0 1 0,1-1 0,-1 1 0,1-1 0,-1 0 0,1 0 0,0 0 0,-1 0 0,1 0 0,0 0 0,3 1 0,46 15 0,-47-16 0,37 7 0,0-2 0,0-2 0,0-2 0,0-1 0,57-7 0,-88 4 0,1 0 0,-1 0 0,1-1 0,13-6 0,29-8 0,-52 17 0,0 1 0,0-1 0,0 0 0,1 1 0,-1-1 0,0 0 0,0 1 0,0-1 0,0 1 0,0 0 0,0-1 0,0 1 0,0 0 0,0-1 0,-1 1 0,1 0 0,0 0 0,0 0 0,-1 0 0,1 0 0,0 0 0,-1 0 0,1 0 0,-1 0 0,1 0 0,-1 0 0,0 0 0,1 0 0,-1 1 0,0-1 0,0 0 0,0 0 0,0 0 0,0 0 0,0 1 0,0 1 0,-1 55 0,0-47 0,-4 42 0,-2-1 0,-3 0 0,-2 0 0,-25 66 0,19-59 0,8-29 0,-7 24 0,2 0 0,-14 98 0,28 5 0,1-155 0,0-1 0,0 0 0,0 1 0,-1-1 0,1 0 0,0 1 0,-1-1 0,1 0 0,-1 1 0,1-1 0,-1 0 0,1 0 0,-1 0 0,0 0 0,0 0 0,1 0 0,-1 0 0,0 0 0,0 0 0,0 0 0,0 0 0,0 0 0,-1 0 0,1-1 0,0 1 0,0 0 0,0-1 0,-1 1 0,1-1 0,0 0 0,0 1 0,-1-1 0,1 0 0,0 0 0,-1 0 0,1 0 0,0 0 0,-3 0 0,-6-2 0,0 1 0,0-2 0,0 1 0,-14-7 0,-9-2 0,4 7 0,0 1 0,0 1 0,-1 2 0,1 0 0,-45 8 0,42 3-1365,21-4-5461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25:36.5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0 219 24575,'4'-1'0,"0"0"0,-1-1 0,0 0 0,1 0 0,-1 0 0,0 0 0,0 0 0,0-1 0,0 1 0,0-1 0,0 0 0,-1 0 0,3-4 0,16-14 0,179-135 0,-200 155 0,1 1 0,-1-1 0,1 1 0,0-1 0,0 1 0,-1-1 0,1 1 0,0-1 0,0 1 0,-1 0 0,1 0 0,0-1 0,0 1 0,0 0 0,-1 0 0,1 0 0,0 0 0,0 0 0,0 0 0,0 0 0,-1 0 0,1 0 0,0 0 0,0 1 0,0-1 0,-1 0 0,1 0 0,1 2 0,0-1 0,-1 0 0,0 1 0,0-1 0,0 0 0,-1 1 0,1-1 0,0 1 0,-1 0 0,1-1 0,0 1 0,-1-1 0,0 1 0,1 3 0,-1 66 0,0-57 0,-1 587-1365,1-586-5461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25:38.0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1 266 24575,'0'-5'0,"0"0"0,0 0 0,1 0 0,0 0 0,0 1 0,0-1 0,1 0 0,-1 1 0,1-1 0,0 1 0,0-1 0,1 1 0,-1 0 0,1 0 0,0 0 0,0 0 0,0 0 0,1 1 0,-1 0 0,1-1 0,0 1 0,0 1 0,0-1 0,0 0 0,0 1 0,1 0 0,-1 0 0,1 0 0,0 1 0,-1 0 0,7-2 0,15-1 0,0 0 0,0 1 0,1 2 0,41 3 0,-28-1 0,74 1 0,135-5 0,-248 3 0,0 1 0,0-1 0,0 0 0,1 0 0,-1 0 0,0 0 0,0 0 0,0 0 0,0-1 0,1 1 0,-1 0 0,0-1 0,0 1 0,0 0 0,0-1 0,0 1 0,0-1 0,0 0 0,0 1 0,0-1 0,0 0 0,0 0 0,0 1 0,-1-1 0,1 0 0,0 0 0,-1 0 0,1 0 0,0 0 0,-1 0 0,1 0 0,-1 0 0,1 0 0,-1 0 0,0-1 0,0 1 0,1 0 0,-1 0 0,0 0 0,0 0 0,0-1 0,0 1 0,0 0 0,0 0 0,-1 0 0,1 0 0,0-1 0,0 1 0,-1 0 0,1 0 0,-1 0 0,1 0 0,-1 0 0,0 0 0,1 0 0,-1 0 0,-1-1 0,-2-4 0,0 1 0,0-1 0,0 1 0,-1 0 0,0 1 0,0-1 0,0 1 0,-11-7 0,-1 3 0,0 1 0,-1 1 0,0 1 0,1 1 0,-2 0 0,-24-2 0,-113 2 0,133 4 0,21 0 0,0 0 0,0 0 0,0 0 0,0 0 0,-1 0 0,1 1 0,0-1 0,0 1 0,0 0 0,0 0 0,0-1 0,0 1 0,0 0 0,0 1 0,1-1 0,-1 0 0,0 0 0,1 1 0,-1-1 0,1 1 0,-1 0 0,-2 3 0,4-4 0,0 0 0,0 1 0,0-1 0,-1 0 0,1 1 0,0-1 0,1 0 0,-1 1 0,0-1 0,0 0 0,0 1 0,1-1 0,-1 0 0,1 1 0,-1-1 0,1 0 0,0 0 0,-1 1 0,1-1 0,0 0 0,0 0 0,0 0 0,0 0 0,0 0 0,0 0 0,0 0 0,0-1 0,0 1 0,0 0 0,0 0 0,0-1 0,1 1 0,-1-1 0,0 1 0,1-1 0,2 1 0,12 3 0,0 0 0,1-1 0,-1 0 0,1-2 0,0 0 0,0-1 0,-1 0 0,21-4 0,27 1 0,-13 3 0,-41 0 0,-35 0 0,-102-2 0,-137 4 0,220 9 0,26 2 0,17-13 0,1 1 0,0-1 0,0 1 0,-1-1 0,1 1 0,0-1 0,0 1 0,0-1 0,-1 1 0,1-1 0,0 1 0,0 0 0,0-1 0,0 1 0,0-1 0,0 1 0,0-1 0,1 1 0,-1-1 0,0 1 0,0-1 0,0 1 0,0-1 0,1 1 0,-1-1 0,0 1 0,0-1 0,1 1 0,-1-1 0,0 1 0,1-1 0,0 1 0,4 2 0,1 0 0,0 0 0,0-1 0,0 0 0,0 0 0,1 0 0,-1-1 0,0 1 0,1-2 0,8 1 0,4 1 0,46 4 0,112-5 0,-134-2 0,-362 1 0,307 1 0,10 2 0,21 6 0,33 7 0,29-6-1365,-69-6-5461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59:13.4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24575,'0'1'0,"1"0"0,0 1 0,0-1 0,0 0 0,0 0 0,0 0 0,0 0 0,1 0 0,-1 0 0,0 0 0,0 0 0,1 0 0,-1-1 0,1 1 0,-1 0 0,0-1 0,1 1 0,-1-1 0,4 1 0,34 9 0,-37-9 0,24 2 0,-1 0 0,1-1 0,40-3 0,-42 0 0,1 1 0,-1 1 0,0 1 0,29 6 0,-14 0 0,0-1 0,1-3 0,0 0 0,0-3 0,0-2 0,0-1 0,45-8 0,-18 4 0,135 5 0,-87 4 0,1530-3 0,-1616-2 0,44-7 0,-16 1 0,-43 6 0,201-13 0,1335 17 68,-790-3-1501,-745 1-5393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18:32.7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24575,'121'9'0,"6"0"0,441-10 0,-551 3 0,1 0 0,-1 1 0,0 0 0,0 2 0,21 7 0,-18-5 0,0-1 0,44 7 0,37 4 0,-73-10 0,0-2 0,0-1 0,32 0 0,98 13 0,-78-7 0,-37-3 0,42 10 0,-60-11 0,0-1 0,1-2 0,29 2 0,136 13 0,-162-17 0,-1 2 0,55 13 0,-12-1 0,69 20 0,-101-28 0,-19-3 0,-1-1 0,27 1 0,95 14 0,-122-17 0,0 1 0,0 1 0,29 8 0,-30-6 0,1 0 0,-1-2 0,34 2 0,107 12 0,33-5 0,-118-6 0,28 12 0,-12-1 0,109 2 0,-115-12 0,58 2 0,546-9 0,-652-2 0,-1-2 0,47-11 0,-3 1 0,165-33 0,-201 38 0,-22 4 0,1 1 0,-1 1 0,30-1 0,-23 4 0,1-2 0,42-9 0,-41 8 0,0 0 0,38 3 0,-39 0 0,0-1 0,46-6 0,-32 1-7,1 3 0,86 3 0,-48 2-1337,-67-2-5482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53:56.2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24575,'0'0'-8191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54:17.1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54:26.0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286 852 24575,'0'-3'0,"0"-1"0,0 1 0,-1 0 0,1-1 0,-1 1 0,0 0 0,0 0 0,0-1 0,-1 1 0,1 0 0,-1 0 0,0 0 0,1 0 0,-1 1 0,-1-1 0,1 0 0,0 1 0,-1 0 0,1-1 0,-1 1 0,1 0 0,-1 0 0,0 0 0,0 1 0,-5-3 0,-1 1 0,1-1 0,-1 2 0,0-1 0,0 1 0,-1 1 0,1 0 0,0 0 0,-10 1 0,-8 1 0,16 0 0,1 0 0,-1-1 0,1 0 0,-1-1 0,-11-2 0,20 3 0,0-1 0,0 0 0,0 0 0,0 1 0,-1-1 0,1 0 0,0-1 0,1 1 0,-1 0 0,0 0 0,0-1 0,1 1 0,-1-1 0,0 0 0,1 1 0,0-1 0,-1 0 0,1 0 0,0 0 0,0 0 0,0 0 0,0 0 0,0 0 0,1 0 0,-1-1 0,1 1 0,-1 0 0,1-4 0,-3-40 0,5-57 0,0 21 0,16-76 0,-16 136 0,0 1 0,6-25 0,-2 11 0,-6 33 0,1 0 0,0 0 0,-1 0 0,1 0 0,0 0 0,0 0 0,0 0 0,0 0 0,1 0 0,-1 1 0,1-1 0,-1 1 0,1-1 0,-1 1 0,1-1 0,0 1 0,-1 0 0,1 0 0,0 0 0,0 0 0,0 0 0,0 0 0,0 0 0,0 1 0,0-1 0,0 1 0,1-1 0,-1 1 0,3 0 0,10-1 0,0 0 0,0 2 0,20 2 0,-5-1 0,25-1 0,137-2 0,-69-18 0,-63 13 0,75-4 0,41-9 0,-154 18 0,0-1 0,-1-2 0,26-6 0,-22 4 0,-1 2 0,26-3 0,109-12 0,-102 12 0,-29 2 0,46 0 0,1285 6 0,-1180 17 0,363-19 0,-332 20 0,-100-21 0,122 4 0,-151 5 0,67 3 0,554-10 0,-544-18 0,1 0 0,-40 20 0,133-4 0,-183-6 0,-29 3 0,45 0 0,-58 6 0,-1-1 0,0-2 0,1 0 0,-1-2 0,47-13 0,-48 11 0,1 2 0,-1 1 0,1 1 0,0 1 0,0 2 0,38 4 0,-62-5 0,0 1 0,0 0 0,0-1 0,0 1 0,0 0 0,0 0 0,-1 0 0,1 0 0,0 0 0,-1 0 0,1 0 0,0 1 0,-1-1 0,1 0 0,-1 1 0,0 0 0,0-1 0,1 1 0,-1 0 0,0-1 0,0 1 0,-1 0 0,1 0 0,0 0 0,-1 0 0,1 0 0,-1 0 0,1 0 0,-1 0 0,0 0 0,0 2 0,1 12 0,0 0 0,-2 0 0,-2 18 0,1-5 0,1 509 0,2-282 0,-19-134 0,18-121 0,-1 0 0,1-1 0,0 1 0,-1 0 0,1-1 0,0 1 0,-1 0 0,1-1 0,-1 1 0,1 0 0,-1-1 0,0 1 0,1-1 0,-1 1 0,1-1 0,-1 1 0,0-1 0,1 0 0,-1 1 0,0-1 0,0 0 0,1 0 0,-1 1 0,0-1 0,0 0 0,1 0 0,-1 0 0,0 0 0,0 0 0,0 0 0,1 0 0,-1 0 0,0 0 0,0 0 0,-1-1 0,-45-6 0,14 2 0,-7 3 0,20 0 0,-1 1 0,1 1 0,-1 1 0,1 0 0,0 2 0,-39 9 0,44-6 0,-1 0 0,1 1 0,-1-2 0,0 0 0,0-1 0,-1-1 0,1 0 0,-26 0 0,-3-4-66,29-1-120,1 1 1,-1 1-1,0 1 0,1 0 1,-1 1-1,-15 4 1,20-2-6641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54:42.2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 24575,'563'0'0,"-352"-19"0,1256 20 0,-1454 0 25,0 0 0,0 1-1,0 1 1,24 8-1,-24-7-321,0 0-1,0-1 0,1 0 1,19 1-1,-18-4-6528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55:45.1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337 118 24575,'0'-4'0,"-1"1"0,1 0 0,-1 0 0,1 0 0,-1 0 0,0 0 0,0 0 0,0 0 0,-1 0 0,1 0 0,-1 0 0,1 0 0,-1 1 0,0-1 0,0 1 0,0-1 0,0 1 0,-1 0 0,1 0 0,-1 0 0,1 0 0,-1 0 0,0 0 0,0 1 0,1-1 0,-1 1 0,0 0 0,0 0 0,-1 0 0,1 0 0,0 1 0,0-1 0,0 1 0,0 0 0,-1 0 0,-2 0 0,-2 0 0,-1 0 0,1 0 0,0 1 0,0 0 0,0 0 0,0 1 0,0 0 0,0 1 0,1 0 0,-1 0 0,1 0 0,0 1 0,-9 6 0,-17 16 0,19-16 0,0 1 0,2 0 0,-19 21 0,27-27 0,0 0 0,1 0 0,-1 1 0,1 0 0,1-1 0,-1 1 0,1 0 0,0 1 0,0-1 0,1 0 0,0 0 0,0 1 0,0 8 0,0-6 0,1 0 0,0 0 0,1 0 0,0 0 0,1 0 0,0 0 0,0 0 0,1 0 0,6 15 0,-6-20 0,-1 0 0,1 0 0,-1-1 0,1 1 0,0-1 0,0 0 0,1 0 0,-1 0 0,1 0 0,-1-1 0,1 1 0,0-1 0,0 0 0,0 0 0,0 0 0,1-1 0,-1 1 0,0-1 0,1 0 0,-1 0 0,9 0 0,-6 0 0,1 0 0,-1-1 0,0 0 0,1 0 0,-1 0 0,0-1 0,0 0 0,1-1 0,-1 1 0,0-1 0,0-1 0,-1 1 0,1-1 0,0-1 0,-1 1 0,0-1 0,0 0 0,0 0 0,0-1 0,-1 0 0,1 0 0,-1 0 0,-1-1 0,1 1 0,-1-1 0,0 0 0,0-1 0,0 1 0,-1 0 0,4-13 0,9-21 0,-1-1 0,-3 0 0,-1 0 0,-2-1 0,4-57 0,-14 368 0,2-138 0,-1-129 0,-1 1 0,1 0 0,0-1 0,0 1 0,0-1 0,1 1 0,-1 0 0,1-1 0,-1 1 0,1-1 0,0 1 0,0-1 0,0 1 0,0-1 0,0 0 0,1 0 0,-1 1 0,1-1 0,-1 0 0,1 0 0,0 0 0,0-1 0,0 1 0,0 0 0,0-1 0,0 1 0,5 1 0,-3-2 0,0 0 0,0-1 0,0 0 0,1 0 0,-1 0 0,0 0 0,0 0 0,0-1 0,1 0 0,-1 0 0,0 0 0,0 0 0,0-1 0,0 1 0,-1-1 0,7-4 0,46-38-1365,-44 34-5461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55:45.4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24575,'0'2'0,"0"-1"0,0 1 0,0-1 0,1 1 0,-1 0 0,0-1 0,1 0 0,0 1 0,-1-1 0,1 1 0,0-1 0,0 0 0,0 1 0,-1-1 0,1 0 0,1 0 0,-1 0 0,0 0 0,0 0 0,3 2 0,0 0 0,0-1 0,1 0 0,0 0 0,-1 0 0,1 0 0,8 1 0,4 1 0,1-2 0,31 1 0,216-4-1365,-250 1-5461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55:45.7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89 24575,'0'2'0,"0"0"0,1-1 0,-1 1 0,1 0 0,0 0 0,-1-1 0,1 1 0,0-1 0,0 1 0,0-1 0,0 1 0,0-1 0,0 1 0,1-1 0,-1 0 0,0 0 0,1 1 0,-1-1 0,1 0 0,0 0 0,-1 0 0,1-1 0,-1 1 0,1 0 0,0-1 0,0 1 0,-1-1 0,1 1 0,0-1 0,0 0 0,0 0 0,2 0 0,12 2 0,0-2 0,28-1 0,-26 0 0,18-2 0,0-2 0,-1-1 0,0-2 0,0-1 0,56-24 0,-46 16 0,2 3 0,57-12 0,-87 24-1365,-3 0-5461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55:46.5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137 1 24575,'-1'12'0,"0"1"0,0-1 0,-1 0 0,-1 0 0,0 0 0,-1 0 0,0-1 0,-6 13 0,-7 8 0,-29 43 0,16-23 0,28-48 0,0-1 0,0 1 0,0 0 0,1 0 0,-1 0 0,1 0 0,0 0 0,1 1 0,-1-1 0,1 0 0,-1 6 0,2-8 0,0-1 0,0 1 0,0-1 0,1 1 0,-1-1 0,0 1 0,0-1 0,1 0 0,-1 0 0,1 0 0,-1 0 0,1 0 0,0 0 0,-1 0 0,1 0 0,0 0 0,0-1 0,0 1 0,-1-1 0,1 0 0,0 1 0,0-1 0,0 0 0,3 0 0,56-1 0,-46 0 0,-11 1 0,0-1 0,0 1 0,0 0 0,0 0 0,0 1 0,0-1 0,0 1 0,0 0 0,0 0 0,0 0 0,0 1 0,-1-1 0,1 1 0,-1 0 0,1 0 0,-1 0 0,0 0 0,1 1 0,-1-1 0,0 1 0,-1 0 0,1 0 0,3 5 0,-2 0 0,-1-1 0,0 1 0,0 0 0,-1 0 0,0 0 0,-1 0 0,0 0 0,0 0 0,-1 0 0,0 13 0,0 7 0,0-12 0,0-1 0,-1 1 0,-4 20 0,3-30 0,0 0 0,0-1 0,0 1 0,-1 0 0,1-1 0,-1 0 0,-1 0 0,1 0 0,-1 0 0,1 0 0,-2-1 0,-4 5 0,3-3 20,0-1 0,-1 0 0,1-1 0,-1 1 0,-14 5 0,18-8-91,0-1 1,1 0-1,-1-1 0,0 1 0,1 0 1,-1-1-1,0 1 0,0-1 1,1 0-1,-1 0 0,0 0 0,0 0 1,0 0-1,1-1 0,-1 1 1,0-1-1,0 0 0,1 0 0,-1 0 1,-3-2-1,-2-3-6755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55:47.1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24575,'1'2'0,"-1"1"0,1-1 0,0 0 0,0 0 0,0 0 0,0 1 0,0-1 0,1 0 0,-1-1 0,1 1 0,-1 0 0,1 0 0,0 0 0,0-1 0,-1 1 0,4 1 0,34 21 0,-15-14-170,1-1-1,0-2 0,0 0 1,1-2-1,-1-1 0,1-1 1,52 0-1,-62-3-6655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55:53.8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 40 24575,'1'58'0,"-4"89"0,2-130 0,-1-1 0,-1 1 0,-1 0 0,-1-1 0,0 1 0,-12 25 0,7-20 0,8-16 0,0 0 0,-1-1 0,0 1 0,0 0 0,0-1 0,-1 0 0,0 0 0,-4 5 0,27-58 0,78-100 0,38-62 0,-132 205 0,26-38 0,-28 42 0,-1 0 0,1 1 0,-1-1 0,1 0 0,0 1 0,-1-1 0,1 1 0,0-1 0,0 1 0,-1-1 0,1 1 0,0 0 0,0-1 0,0 1 0,0 0 0,-1 0 0,1-1 0,0 1 0,1 0 0,-1 0 0,0 1 0,-1-1 0,1 1 0,0-1 0,-1 1 0,1 0 0,0-1 0,-1 1 0,1 0 0,-1-1 0,1 1 0,-1 0 0,1-1 0,-1 1 0,0 0 0,1 0 0,-1 0 0,0-1 0,0 1 0,1 0 0,-1 0 0,0 0 0,0 0 0,0 1 0,0 1-55,1 2-14,-1-1 0,0 1 0,1 0 0,0-1 0,0 1 0,1-1 0,-1 0 0,1 1 0,0-1 0,0 0 1,0 0-1,1 0 0,-1 0 0,1-1 0,0 1 0,0-1 0,0 1 0,7 4 0,0-3-6757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55:54.2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1 400 24575,'4'0'0,"0"-1"0,1 0 0,-1 0 0,0-1 0,0 1 0,1-1 0,-1 0 0,0 0 0,-1 0 0,1 0 0,0-1 0,-1 0 0,5-4 0,47-49 0,-36 34 0,-10 14 0,-1-1 0,-1-1 0,0 0 0,0 0 0,-1 0 0,0-1 0,0 0 0,-1 0 0,-1 0 0,0 0 0,-1-1 0,0 0 0,0 0 0,-2 0 0,1 0 0,-1 0 0,-1 0 0,0 0 0,-1 0 0,0 0 0,-5-17 0,6 27 0,0 0 0,-1 1 0,1-1 0,-1 0 0,0 1 0,1-1 0,-1 0 0,0 1 0,0-1 0,0 1 0,0-1 0,0 1 0,0 0 0,0-1 0,0 1 0,-1 0 0,1 0 0,-2-2 0,1 3 0,1 0 0,0 0 0,0-1 0,0 1 0,0 0 0,0 0 0,0 0 0,0 0 0,-1 0 0,1 0 0,0 0 0,0 1 0,0-1 0,0 0 0,0 1 0,0-1 0,0 1 0,0-1 0,0 1 0,0-1 0,-1 2 0,-2 0 0,1 1 0,-1 0 0,1 1 0,0-1 0,0 0 0,0 1 0,1 0 0,-1 0 0,1 0 0,0 0 0,0 0 0,-2 8 0,0 7 0,1 0 0,1 1 0,1 35 0,-4 35 0,-34 121 0,39-208 12,0 0 0,-1 0 0,1-1 0,0 1 0,1 0 0,-1-1 0,0 1 0,1 0 0,1 4 0,-2-6-60,0 0 0,1-1 0,-1 1 0,1 0 0,-1 0 1,1 0-1,-1 0 0,1-1 0,0 1 0,-1 0 0,1-1 0,0 1 0,0 0 0,-1-1 0,1 1 1,0-1-1,0 1 0,0-1 0,0 0 0,0 1 0,0-1 0,0 0 0,0 0 0,-1 0 0,1 1 0,0-1 1,0 0-1,0 0 0,0 0 0,2-1 0,6-1-6778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55:54.5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190 0 24575,'-2'32'0,"-2"-1"0,-1 0 0,-15 51 0,0 1 0,10-43 0,-2-1 0,-2 0 0,-26 52 0,-16 43 0,54-131 0,1 0 0,0 0 0,1 0 0,-1 0 0,0 0 0,1 0 0,-1 0 0,1 0 0,0 0 0,0 0 0,0 0 0,1 0 0,-1 0 0,1 0 0,0 0 0,0 0 0,0 0 0,0 0 0,0 0 0,0-1 0,1 1 0,-1 0 0,1-1 0,0 1 0,3 3 0,0-3 0,-1 0 0,0 0 0,1 0 0,-1-1 0,1 1 0,0-1 0,0 0 0,0-1 0,0 1 0,0-1 0,0 0 0,1-1 0,-1 1 0,8-1 0,11 1-116,-14 0-9,0 0 0,0-1 0,0 0 1,1 0-1,-1-1 0,0-1 0,0 0 0,0 0 0,14-6 0,-12 0-6701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55:54.8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24575,'6'5'0,"2"-1"0,-1-1 0,0 1 0,1-1 0,-1-1 0,1 1 0,0-1 0,0-1 0,0 1 0,10-1 0,101 5 0,-67-6-1365,-36 0-5461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55:55.3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72 1 24575,'-1'18'0,"-1"-1"0,-1 1 0,-1-1 0,0 0 0,-1 0 0,-11 23 0,9-22 0,0 0 0,1 0 0,1 1 0,1-1 0,-3 30 0,7-39 0,-1 0 0,2-1 0,-1 1 0,1 0 0,4 13 0,-5-21 0,0 0 0,1 0 0,-1 0 0,1 1 0,-1-1 0,1 0 0,0 0 0,-1 0 0,1 0 0,0 0 0,0 0 0,0 0 0,0 0 0,0 0 0,0 0 0,0-1 0,0 1 0,2 1 0,-1-2 0,-1 0 0,1 0 0,0 1 0,-1-1 0,1-1 0,0 1 0,-1 0 0,1 0 0,0 0 0,-1-1 0,1 1 0,-1-1 0,1 0 0,0 1 0,-1-1 0,0 0 0,1 0 0,2-2 0,6-6 0,0 0 0,-1-1 0,0 0 0,0-1 0,-1 0 0,0 0 0,-1-1 0,-1 0 0,0 0 0,8-24 0,-2 9 0,0-9 0,-20 60 0,-1 16-682,-6 60-1,14-84-6143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55:55.8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 1 24575,'1'33'0,"-2"1"0,-1-1 0,-1 0 0,-2 1 0,-14 46 0,-16 14 0,35-94 0,0 1 0,0-1 0,0 0 0,0 0 0,0 0 0,0 0 0,0 0 0,-1 1 0,1-1 0,0 0 0,0 0 0,0 0 0,0 0 0,0 1 0,0-1 0,0 0 0,0 0 0,0 0 0,0 0 0,0 1 0,0-1 0,0 0 0,0 0 0,0 0 0,0 0 0,0 1 0,0-1 0,0 0 0,0 0 0,1 0 0,-1 0 0,0 1 0,0-1 0,0 0 0,0 0 0,0 0 0,0 0 0,0 0 0,1 0 0,-1 1 0,0-1 0,0 0 0,0 0 0,0 0 0,1 0 0,-1 0 0,0 0 0,0 0 0,0 0 0,0 0 0,1 0 0,-1 0 0,0 0 0,0 0 0,0 0 0,0 0 0,1 0 0,-1 0 0,0 0 0,0 0 0,0 0 0,0 0 0,1 0 0,-1 0 0,17-11 0,14-18 0,9-18 0,-18 20 0,0 1 0,2 1 0,1 1 0,37-27 0,-61 50 0,0 0 0,0 0 0,0 1 0,0-1 0,0 0 0,0 1 0,0-1 0,0 0 0,0 1 0,0-1 0,0 1 0,0 0 0,0-1 0,1 1 0,-1 0 0,0 0 0,0 0 0,0 0 0,1 0 0,-1 0 0,0 0 0,0 0 0,0 0 0,1 0 0,-1 1 0,0-1 0,2 1 0,-1 1 0,-1 0 0,1 0 0,-1 1 0,1-1 0,-1 0 0,0 0 0,0 1 0,0-1 0,0 1 0,0 2 0,0-2 0,-1-1 0,1 1 0,-1-1 0,1 1 0,0-1 0,0 0 0,0 0 0,0 1 0,1-1 0,-1 0 0,1 0 0,-1 0 0,1 0 0,0 0 0,-1-1 0,1 1 0,0 0 0,0-1 0,0 1 0,0-1 0,4 2 0,2-2-97,-1-1-1,0 1 1,0-1-1,0-1 1,0 1-1,0-1 1,0 0-1,0-1 1,0 0-1,0 0 1,-1 0-1,1-1 0,7-4 1,2 0-6729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55:56.3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 1 24575,'0'36'0,"1"-13"0,0 0 0,-2 1 0,-1-1 0,-1 1 0,-1-1 0,-9 28 0,6-31 0,0-1 0,1 1 0,1 0 0,1 1 0,-3 36 0,7-56 0,0-1 0,0 0 0,0 1 0,0-1 0,0 0 0,0 1 0,0-1 0,0 0 0,0 1 0,0-1 0,0 0 0,0 1 0,0-1 0,0 0 0,0 0 0,0 1 0,1-1 0,-1 0 0,0 1 0,0-1 0,0 0 0,0 0 0,1 1 0,-1-1 0,0 0 0,0 0 0,1 1 0,-1-1 0,0 0 0,0 0 0,1 0 0,-1 0 0,0 1 0,1-1 0,-1 0 0,0 0 0,1 0 0,-1 0 0,0 0 0,0 0 0,1 0 0,-1 0 0,0 0 0,1 0 0,0 0 0,15-12 0,10-20 0,20-64 0,-26 51 0,32-51 0,-51 95 0,-1-1 0,1 1 0,0 0 0,0 0 0,-1-1 0,1 1 0,0 0 0,0 0 0,0 0 0,0 0 0,0 0 0,0 0 0,0 0 0,1 1 0,-1-1 0,0 0 0,0 1 0,1-1 0,-1 1 0,1-1 0,1 0 0,-2 2 0,0-1 0,-1 0 0,1 1 0,0-1 0,0 1 0,0-1 0,0 1 0,-1 0 0,1-1 0,0 1 0,-1 0 0,1-1 0,0 1 0,-1 0 0,1 0 0,-1 0 0,1 0 0,-1-1 0,0 1 0,1 0 0,-1 0 0,1 2 0,1 6 0,0 0 0,0 0 0,-1 1 0,1 16 0,-3-5 0,0-11 0,1 1 0,0-1 0,1 1 0,0-1 0,3 11 0,-3-18 0,0 0 0,0 0 0,0 0 0,0 0 0,1-1 0,0 1 0,-1-1 0,1 1 0,0-1 0,0 1 0,0-1 0,0 0 0,1 0 0,-1 0 0,1 0 0,-1 0 0,1-1 0,0 1 0,-1-1 0,1 0 0,5 2 0,31 10-1365,-27-10-5461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55:57.8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323 101 24575,'0'-3'0,"0"1"0,0 0 0,0-1 0,0 1 0,0 0 0,-1-1 0,1 1 0,-1 0 0,0-1 0,1 1 0,-1 0 0,0 0 0,0 0 0,0 0 0,-1 0 0,1 0 0,0 0 0,-1 0 0,1 0 0,-1 1 0,0-1 0,0 0 0,1 1 0,-1 0 0,0-1 0,0 1 0,0 0 0,0 0 0,-1 0 0,1 0 0,-3 0 0,2 0 0,0 1 0,0 0 0,0 0 0,-1 0 0,1 0 0,0 1 0,0-1 0,0 1 0,0 0 0,0 0 0,0 0 0,0 0 0,0 0 0,1 1 0,-1-1 0,0 1 0,1 0 0,-1 0 0,1 0 0,-1 0 0,1 0 0,-3 4 0,-13 18 0,-27 49 0,18-26 0,3-9 0,2 0 0,2 1 0,-27 76 0,44-102 0,0-1 0,1 0 0,1 1 0,0 0 0,0-1 0,1 1 0,1 0 0,0-1 0,6 23 0,-6-33 0,0 0 0,0 0 0,1 0 0,-1-1 0,1 1 0,0 0 0,-1-1 0,1 0 0,0 1 0,0-1 0,0 0 0,0 0 0,0 0 0,0 0 0,0 0 0,0 0 0,0-1 0,0 1 0,0-1 0,1 1 0,-1-1 0,0 0 0,3 0 0,62-2 0,-44 0 0,-18 1 0,0 1 0,0-1 0,0-1 0,0 1 0,0-1 0,-1 1 0,1-2 0,0 1 0,-1 0 0,0-1 0,1 0 0,-1 0 0,0 0 0,-1 0 0,1-1 0,0 1 0,-1-1 0,5-7 0,6-10 0,-1 0 0,18-40 0,-3 6 0,-22 42 0,0 0 0,-1-1 0,0 1 0,-1-1 0,0 0 0,-1-1 0,-1 1 0,0 0 0,-1-1 0,-2-26 0,4-29 0,-1 49 0,2 1 0,0-1 0,1 1 0,2 0 0,12-29 0,-19 49 0,0 0 0,0 0 0,0 0 0,1 0 0,-1 0 0,0 0 0,0 1 0,0-1 0,0 0 0,0 0 0,0 0 0,0 0 0,0 0 0,0 0 0,1 0 0,-1 0 0,0 0 0,0 1 0,0-1 0,0 0 0,0 0 0,0 0 0,1 0 0,-1 0 0,0 0 0,0 0 0,0 0 0,0 0 0,0 0 0,0 0 0,1 0 0,-1 0 0,0 0 0,0 0 0,0 0 0,0 0 0,0 0 0,1 0 0,-1-1 0,0 1 0,0 0 0,0 0 0,0 0 0,0 0 0,0 0 0,0 0 0,1 0 0,-1 0 0,0 0 0,0-1 0,0 1 0,0 0 0,0 0 0,0 0 0,0 0 0,0 0 0,0 0 0,0 0 0,0-1 0,0 1 0,0 0 0,0 0 0,0 0 0,0 0 0,0 0 0,0-1 0,4 20 0,-2 23 0,-1 84 0,-4 106 0,-4-164 0,2-27 0,0 44 0,5-79 0,-1-1 0,2 1 0,-1-1 0,1 1 0,0-1 0,0 1 0,0-1 0,1 0 0,4 10 0,-4-13 0,-1 1 0,1-1 0,0 0 0,0-1 0,0 1 0,0 0 0,0-1 0,1 1 0,-1-1 0,1 0 0,-1 1 0,1-1 0,-1 0 0,1-1 0,-1 1 0,1 0 0,0-1 0,-1 1 0,1-1 0,0 0 0,-1 0 0,4 0 0,66-2-1365,-57 2-5461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57:10.9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24575,'0'39'0,"56"-39"0,-56-39 0,-56 39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57:03.1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252 85 24575,'1'-4'0,"-1"1"0,0-1 0,0 1 0,-1-1 0,1 1 0,-1 0 0,0-1 0,0 1 0,0 0 0,0 0 0,0-1 0,-1 1 0,1 0 0,-1 0 0,0 0 0,0 1 0,0-1 0,0 0 0,0 1 0,-1-1 0,1 1 0,-1 0 0,0 0 0,0 0 0,0 0 0,0 0 0,-4-1 0,3 2 0,0 0 0,0 0 0,1 1 0,-1 0 0,0 0 0,0 0 0,0 0 0,0 0 0,0 1 0,0 0 0,1-1 0,-1 1 0,0 1 0,1-1 0,-1 1 0,1-1 0,-1 1 0,1 0 0,0 0 0,-1 1 0,1-1 0,0 1 0,-5 5 0,-4 5 0,0 0 0,1 1 0,0 1 0,2 0 0,-1 0 0,2 1 0,-12 28 0,16-33 0,0 1 0,1 0 0,0 0 0,1 1 0,1-1 0,0 0 0,0 1 0,1-1 0,1 1 0,0-1 0,5 24 0,-4-30 0,1-1 0,-1 0 0,1 1 0,0-1 0,0 0 0,0 0 0,1-1 0,0 1 0,-1-1 0,2 0 0,-1 0 0,0 0 0,1 0 0,0-1 0,0 0 0,0 0 0,0 0 0,0 0 0,1-1 0,-1 0 0,1 0 0,8 1 0,-6-1 0,0 0 0,0-1 0,-1 0 0,1 0 0,0-1 0,0 0 0,0 0 0,0-1 0,0 0 0,0-1 0,0 1 0,0-1 0,-1-1 0,1 0 0,-1 0 0,10-5 0,-7-1 0,0-1 0,-1 1 0,0-2 0,0 1 0,-1-1 0,0 0 0,-1-1 0,-1 0 0,0 0 0,0 0 0,-1-1 0,4-14 0,-7 13-105,1-1 0,-2 1 0,0 0 0,-1 0 0,0-1 0,-1 1 0,-1 0 0,0 0 0,-1 0 0,0 0 0,-1 0 0,-7-15 0,5 16-6721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57:04.1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1 501 24575,'5'-1'0,"1"-1"0,-1 0 0,0 0 0,1 0 0,-1-1 0,0 0 0,0 0 0,-1 0 0,1 0 0,-1-1 0,1 0 0,6-8 0,14-10 0,-10 11 0,0-1 0,-1-1 0,0 0 0,-1-1 0,-1-1 0,0 0 0,-1 0 0,0-1 0,10-22 0,-13 23 0,-1-1 0,0 1 0,-1-1 0,-1 0 0,0-1 0,-1 1 0,-1-1 0,-1 0 0,0 0 0,-1 0 0,-1 0 0,-2-18 0,2 33 0,0 0 0,-1 0 0,1-1 0,-1 1 0,1 0 0,-1 0 0,1 0 0,-1 0 0,0 0 0,0 0 0,0 0 0,0 0 0,-1 0 0,1 0 0,-3-3 0,3 5 0,-1-1 0,1 0 0,0 1 0,0-1 0,0 1 0,-1-1 0,1 1 0,0-1 0,0 1 0,-1 0 0,1 0 0,0 0 0,-1-1 0,1 1 0,0 1 0,-1-1 0,1 0 0,0 0 0,-3 1 0,0 0 0,0 1 0,0 0 0,0 0 0,0 0 0,0 1 0,1-1 0,-1 1 0,1 0 0,0 0 0,-1 0 0,1 0 0,1 0 0,-1 1 0,-3 4 0,-13 29 0,-20 53 0,19-43 0,19-45 0,-15 33 0,2 1 0,1 1 0,-14 64 0,22-72 0,0-1 0,0 1 0,0 47 0,5-68 0,1 0 0,0 0 0,0 0 0,0 0 0,1 0 0,0-1 0,0 1 0,1-1 0,0 1 0,0-1 0,1 0 0,0 0 0,0-1 0,9 11 0,-8-11 0,3 3 0,0-1 0,0 1 0,1-1 0,0-1 0,18 12 0,-25-17 0,1-1 0,-1 0 0,1 0 0,-1 0 0,1 0 0,-1-1 0,1 1 0,0-1 0,-1 0 0,1 1 0,0-1 0,-1 0 0,1 0 0,0-1 0,0 1 0,-1-1 0,1 1 0,-1-1 0,1 0 0,0 0 0,-1 0 0,0 0 0,1 0 0,-1-1 0,0 1 0,1-1 0,-1 1 0,0-1 0,0 0 0,0 0 0,-1 0 0,3-3 0,1-1 0,-1-1 0,0 1 0,0-1 0,-1 0 0,0-1 0,0 1 0,-1 0 0,0-1 0,0 0 0,0 1 0,-1-1 0,0-14 0,0-11 0,-7-53 0,6 86 0,0-4-91,-1 0 0,1 0 0,-1 0 0,1 0 0,-1 1 0,0-1 0,-1 0 0,1 0 0,-1 1 0,0-1 0,0 1 0,0 0 0,0-1 0,-3-3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57:04.8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461 1 24575,'18'158'0,"-19"-137"0,-1-1 0,0 0 0,-2 0 0,0-1 0,-1 1 0,-1-1 0,-1 0 0,-1 0 0,0-1 0,-12 19 0,-11 24 0,18-34 0,-1-1 0,0 0 0,-36 45 0,22-33 0,25-31 0,-1 0 0,-1-1 0,1 0 0,-1 1 0,0-2 0,0 1 0,-1 0 0,0-1 0,0 0 0,0-1 0,-13 8 0,17-11 0,0-1 0,1 0 0,-1 0 0,0 0 0,0 0 0,0 0 0,1 0 0,-1-1 0,0 1 0,0 0 0,1-1 0,-1 1 0,0-1 0,1 0 0,-1 0 0,0 0 0,1 1 0,-1-1 0,1-1 0,-1 1 0,1 0 0,0 0 0,0 0 0,-1-1 0,1 1 0,0-1 0,-1-1 0,-32-54 0,17 28 0,-14-8-76,21 25 138,-1 0 0,-14-24 0,23 32-149,0 1 1,0 0-1,1-1 0,-1 1 0,1-1 1,0 1-1,0-1 0,0 0 0,0 1 0,1-1 1,0 0-1,0 1 0,0-1 0,0 0 1,0 0-1,2-6 0,2-1-6739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57:05.3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1 24575,'-3'0'0,"-1"3"0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57:07.3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57:08.8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268 38 24575,'0'-1'0,"0"-1"0,0 1 0,0-1 0,0 1 0,-1 0 0,1-1 0,0 1 0,-1 0 0,1-1 0,-1 1 0,1 0 0,-1 0 0,0 0 0,0-1 0,1 1 0,-1 0 0,0 0 0,0 0 0,0 0 0,0 0 0,0 0 0,0 1 0,0-1 0,-2-1 0,0 1 0,-1 0 0,1 0 0,0 0 0,-1 0 0,1 0 0,0 1 0,-1-1 0,1 1 0,-1 0 0,-2 0 0,0 1 0,0-1 0,1 1 0,-1 0 0,1 0 0,-1 0 0,1 1 0,0 0 0,-1 0 0,1 0 0,0 1 0,0 0 0,-6 5 0,-15 18 0,14-15 0,1 1 0,1-1 0,0 2 0,0-1 0,-9 19 0,13-19 0,0 1 0,1 0 0,1 0 0,0 1 0,0-1 0,2 1 0,-3 27 0,4-32 0,1-1 0,1 1 0,-1 0 0,1-1 0,1 0 0,-1 1 0,1-1 0,1 0 0,0 0 0,0 0 0,0 0 0,1 0 0,0-1 0,8 11 0,-10-16 0,0 0 0,0 0 0,0 0 0,1-1 0,-1 1 0,1 0 0,-1-1 0,1 0 0,-1 1 0,1-1 0,0 0 0,0 0 0,-1-1 0,1 1 0,0-1 0,0 1 0,0-1 0,0 0 0,0 0 0,0 0 0,0 0 0,0-1 0,0 1 0,-1-1 0,1 0 0,0 1 0,0-1 0,0-1 0,-1 1 0,1 0 0,-1-1 0,3-1 0,3-2 0,1 0 0,-2 0 0,1-1 0,-1 0 0,0-1 0,0 1 0,0-1 0,8-13 0,-13 17 0,7-9 0,-1-1 0,0 0 0,-1 0 0,0-1 0,-1 1 0,-1-1 0,7-28 0,-8 25 0,1 1 0,12-28 0,-12 33 0,0-1 0,-1-1 0,0 1 0,-1-1 0,0 1 0,0-16 0,4-3 0,-2 25 0,-1 23 0,-3 3 0,-1 0 0,-1 0 0,0 0 0,-8 30 0,2 0 0,-10 17 0,13-59 0,1 0 0,0 0 0,1 0 0,0 0 0,0 0 0,1 1 0,0-1 0,0 1 0,1-1 0,0 1 0,1-1 0,0 1 0,0-1 0,4 13 0,-3-18 0,0-1 0,0 1 0,0-1 0,0 0 0,1 0 0,-1 0 0,1 0 0,-1 0 0,1-1 0,0 1 0,-1-1 0,1 0 0,0 0 0,0 0 0,0 0 0,0 0 0,0 0 0,0-1 0,1 0 0,-1 1 0,6-2 0,72-3 0,-75 3 0,23-6-1365,-17 3-5461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57:13.1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24575,'0'0'-8191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57:14.2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 24575,'43'-1'0,"-22"0"0,0 0 0,0 2 0,1 0 0,-1 1 0,0 2 0,-1 0 0,31 10 0,-24-5 26,51 12 0,-30-10-1443,-35-8-5409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57:14.7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24575,'372'0'-1365,"-357"0"-5461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57:16.3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56 24575,'0'-3'0,"0"1"0,1-1 0,0 1 0,-1-1 0,1 1 0,0 0 0,0 0 0,1-1 0,-1 1 0,0 0 0,1 0 0,-1 0 0,1 0 0,-1 0 0,1 1 0,0-1 0,0 0 0,0 1 0,0 0 0,0-1 0,0 1 0,1 0 0,-1 0 0,0 0 0,1 0 0,-1 0 0,0 1 0,1-1 0,-1 1 0,5-1 0,6-1 0,0 1 0,-1 0 0,1 0 0,21 3 0,-30-1 0,-1 0 0,1 0 0,-1 0 0,0 1 0,1 0 0,-1-1 0,0 1 0,0 0 0,0 0 0,0 0 0,0 1 0,-1-1 0,1 1 0,-1 0 0,4 5 0,34 55 0,-25-36 0,-10-20 0,-1-1 0,0 1 0,-1 1 0,0-1 0,0 0 0,0 1 0,-1 0 0,0-1 0,1 17 0,-3-20 0,0 1 0,0-1 0,-1 1 0,0-1 0,0 1 0,0-1 0,0 0 0,-1 1 0,1-1 0,-1 0 0,0 0 0,0 0 0,-1 0 0,1-1 0,-1 1 0,0-1 0,0 1 0,0-1 0,-4 3 0,-37 37 0,32-29 0,-1-1 0,0-1 0,-1 0 0,-1-1 0,1 0 0,-21 10 0,33-20 0,0 0 0,0 0 0,0 0 0,-1 0 0,1 0 0,0-1 0,0 1 0,-1-1 0,1 0 0,0 0 0,0 0 0,-1 0 0,1 0 0,0 0 0,0 0 0,-1-1 0,1 1 0,0-1 0,0 1 0,-4-3 0,6 3 0,0-1 0,1 1 0,-1 0 0,0-1 0,0 1 0,0-1 0,0 1 0,1-1 0,-1 1 0,0 0 0,0-1 0,1 1 0,-1 0 0,0-1 0,1 1 0,-1 0 0,0-1 0,1 1 0,-1 0 0,1 0 0,-1-1 0,0 1 0,1 0 0,-1 0 0,1 0 0,-1 0 0,1 0 0,-1 0 0,1-1 0,-1 1 0,0 0 0,1 0 0,-1 0 0,1 0 0,-1 1 0,1-1 0,20-4 0,-6 3 0,1-1 0,-1 2 0,0 0 0,0 1 0,0 1 0,29 6 0,-40-6 0,1-1 0,0 1 0,-1 0 0,0 1 0,1-1 0,-1 1 0,0 0 0,0 0 0,0 0 0,-1 1 0,1-1 0,-1 1 0,0 0 0,0 0 0,0 0 0,0 0 0,-1 1 0,0-1 0,0 1 0,0-1 0,0 1 0,-1 0 0,1 0 0,0 8 0,0-3 0,0 0 0,0 1 0,-1 0 0,0-1 0,-1 1 0,0-1 0,-1 1 0,0 0 0,0-1 0,-2 1 0,1-1 0,-1 0 0,0 0 0,-1 0 0,-1 0 0,1-1 0,-1 1 0,-1-1 0,-8 10 0,-32 39 0,34-42 0,-1 0 0,0 0 0,-1-1 0,-1-1 0,-16 13 0,6-16-1365,13-8-5461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57:17.8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120 1 24575,'0'30'0,"-1"-1"0,-2 1 0,0-1 0,-2 1 0,-2-1 0,-14 42 0,10-33 0,1 0 0,2 1 0,-4 41 0,7-38 0,-2 0 0,-17 55 0,21-91 0,6-16 0,11-20 0,-3 13 0,2 0 0,0 1 0,1 0 0,21-17 0,-32 29 0,1 1 0,0 0 0,0 0 0,0 0 0,0 0 0,1 0 0,-1 1 0,1 0 0,0 0 0,0 0 0,0 1 0,0-1 0,0 1 0,0 0 0,0 1 0,0-1 0,0 1 0,0 0 0,0 0 0,0 1 0,0-1 0,0 1 0,7 2 0,-9-1 0,-1 0 0,1 0 0,-1 0 0,1 0 0,-1 0 0,0 1 0,0-1 0,0 1 0,0-1 0,0 1 0,-1 0 0,1 0 0,-1 0 0,0 0 0,0 0 0,0 0 0,0 0 0,0 0 0,-1 0 0,1 4 0,4 69 0,-5-71 0,-1 48-1365,1-37-5461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57:18.4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195 29 24575,'0'-1'0,"-1"0"0,1 0 0,-1 0 0,1 0 0,-1 0 0,1 0 0,-1 0 0,0 1 0,1-1 0,-1 0 0,0 0 0,0 0 0,1 1 0,-1-1 0,0 1 0,0-1 0,0 1 0,0-1 0,0 1 0,0-1 0,0 1 0,0 0 0,0-1 0,0 1 0,0 0 0,0 0 0,0 0 0,0 0 0,0 0 0,0 0 0,0 0 0,0 0 0,-1 0 0,1 0 0,0 1 0,-1 0 0,-40 10 0,34-5 0,1 0 0,0 1 0,0 0 0,1 0 0,-1 1 0,2 0 0,-1 0 0,1 0 0,1 1 0,-5 9 0,-9 14 0,14-24 0,-1 1 0,1-1 0,1 1 0,-1-1 0,1 1 0,1 0 0,0 1 0,-1 9 0,3-17 0,-1 0 0,1 0 0,0 0 0,0 0 0,0 1 0,0-1 0,1 0 0,-1 0 0,0 0 0,1 0 0,0 0 0,-1 0 0,1 0 0,0 0 0,0 0 0,0 0 0,0 0 0,1-1 0,-1 1 0,0 0 0,1-1 0,-1 1 0,1-1 0,-1 1 0,1-1 0,0 0 0,0 0 0,0 0 0,-1 0 0,1 0 0,0 0 0,0 0 0,0-1 0,1 1 0,-1-1 0,0 1 0,0-1 0,0 0 0,3 0 0,7 1 0,1 0 0,-1-1 0,0-1 0,0 0 0,16-3 0,-22 2 0,-1 1 0,0-1 0,0 0 0,0-1 0,0 1 0,0-1 0,-1 0 0,1 0 0,-1-1 0,0 1 0,0-1 0,0 0 0,0 0 0,3-6 0,3-2 0,0-1 0,-1 0 0,0 0 0,-2-1 0,1 0 0,-2-1 0,0 1 0,0-1 0,-2-1 0,0 1 0,0-1 0,-2 1 0,0-1 0,0-24 0,-4 65 0,-2 0 0,0 0 0,-2-1 0,-1 1 0,-18 43 0,14-36 0,2 1-1365,7-18-5461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57:18.8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126 0 24575,'-3'1'0,"1"0"0,0 0 0,0 0 0,-1 0 0,1 0 0,0 0 0,0 1 0,0-1 0,1 1 0,-1-1 0,0 1 0,0 0 0,-2 4 0,-20 26 0,22-30 0,-9 13 0,1 1 0,0 0 0,2 0 0,-1 1 0,-6 22 0,13-34 0,1 0 0,0 0 0,0 0 0,1 0 0,-1 0 0,1 0 0,1 0 0,-1 0 0,0 0 0,1 0 0,0-1 0,0 1 0,1 0 0,-1 0 0,1 0 0,0-1 0,0 1 0,1-1 0,-1 0 0,1 0 0,0 0 0,0 0 0,1 0 0,6 6 0,-5-5 6,0 0-1,-1 0 0,0 1 1,0 0-1,0 0 0,-1 0 1,0 0-1,0 0 1,0 1-1,-1-1 0,0 1 1,0-1-1,1 9 0,-1 8-188,0-1-1,-3 39 0,1-27-705,-1-19-5937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57:19.4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142 0 24575,'0'35'0,"-5"126"0,3-137 0,-2-1 0,-1-1 0,0 1 0,-18 43 0,16-48 0,-2 1 0,0-1 0,-1-1 0,-1 0 0,0-1 0,-15 17 0,12-14 0,20-20 0,30-27 0,-29 21 0,7-6 0,0 0 0,0 1 0,1 0 0,27-15 0,-41 26 0,-1 1 0,1 0 0,-1-1 0,1 1 0,-1 0 0,1 0 0,0 0 0,-1 0 0,1-1 0,-1 1 0,1 0 0,0 0 0,-1 0 0,1 0 0,-1 0 0,1 0 0,0 0 0,-1 1 0,1-1 0,-1 0 0,1 0 0,-1 0 0,1 1 0,0-1 0,-1 0 0,1 0 0,-1 1 0,1-1 0,-1 0 0,0 1 0,1-1 0,-1 1 0,1-1 0,-1 1 0,0-1 0,1 1 0,-1-1 0,0 1 0,1-1 0,-1 1 0,0-1 0,0 1 0,0-1 0,1 1 0,-1 0 0,0-1 0,0 1 0,0-1 0,0 1 0,0 0 0,0-1 0,0 1 0,0-1 0,-1 2 0,-5 44 0,3-30 0,3-11-37,-3 20 77,2-1 1,0 1-1,6 48 1,-4-68-91,-1-1 0,1 0 1,0 1-1,0-1 0,0 0 1,0 0-1,1 1 0,0-1 1,0 0-1,0 0 1,0-1-1,0 1 0,1 0 1,0-1-1,0 0 0,0 1 1,0-1-1,0 0 0,1-1 1,-1 1-1,1 0 0,0-1 1,0 0-1,0 0 0,0 0 1,0-1-1,0 1 0,0-1 1,8 1-1,2 0-6776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57:20.0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177 27 24575,'0'-1'0,"1"0"0,-1-1 0,0 1 0,0 0 0,0 0 0,0 0 0,-1 0 0,1 0 0,0-1 0,0 1 0,-1 0 0,1 0 0,-1 0 0,1 0 0,-1 0 0,1 0 0,-1 0 0,0 0 0,1 0 0,-1 0 0,-2-1 0,3 2 0,-1-1 0,0 1 0,0 0 0,0 0 0,0 0 0,0 0 0,0 0 0,0 0 0,0 0 0,0 0 0,0 0 0,0 0 0,0 0 0,0 1 0,0-1 0,0 0 0,0 1 0,1-1 0,-3 1 0,-2 2 0,1 0 0,-1 0 0,1 1 0,0-1 0,0 1 0,0 0 0,-5 8 0,-3 8 0,2 2 0,0 0 0,1 0 0,-9 39 0,14-49 0,-9 39 0,2 0 0,2 0 0,3 1 0,0 102 0,6-139-119,4 38 372,-4-51-316,1 0 1,-1 0-1,1 0 1,0 0 0,0 0-1,0-1 1,0 1-1,0 0 1,0-1-1,0 1 1,1-1-1,-1 1 1,0-1-1,1 1 1,-1-1 0,1 0-1,0 0 1,-1 0-1,1 0 1,0 0-1,0 0 1,0 0-1,2 0 1,8 2-6764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57:20.8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124 27 24575,'1'-1'0,"-1"0"0,0 0 0,0-1 0,0 1 0,0 0 0,0 0 0,-1 0 0,1 0 0,0 0 0,0 0 0,-1 0 0,1 0 0,0 0 0,-1 0 0,1 0 0,-1 0 0,0 0 0,1 0 0,-1 0 0,0 0 0,1 0 0,-1 0 0,-1 0 0,1 1 0,0-1 0,0 1 0,0 0 0,0 0 0,0 0 0,0 0 0,0 0 0,0 0 0,0 0 0,0 0 0,0 0 0,0 1 0,0-1 0,0 0 0,0 1 0,0-1 0,0 0 0,0 1 0,-1 0 0,-3 2 0,0 1 0,0-1 0,1 1 0,0 0 0,0 0 0,0 0 0,-6 8 0,2 3 0,1 1 0,0 0 0,0 0 0,2 1 0,0-1 0,1 1 0,1 1 0,0-1 0,0 32 0,3-47 0,0 0 0,0 0 0,0 0 0,0 0 0,1 0 0,-1 0 0,1 0 0,-1 0 0,1 0 0,0 0 0,-1 0 0,1 0 0,0-1 0,0 1 0,0 0 0,1 0 0,-1-1 0,0 1 0,1-1 0,-1 1 0,1-1 0,-1 0 0,1 0 0,0 1 0,0-1 0,-1 0 0,1 0 0,0-1 0,0 1 0,0 0 0,0-1 0,0 1 0,0-1 0,0 1 0,0-1 0,0 0 0,3 0 0,-2 0 0,1-1 0,0 1 0,-1-1 0,1 0 0,-1 0 0,1 0 0,-1 0 0,1-1 0,-1 1 0,0-1 0,1 0 0,-1 0 0,0 0 0,0 0 0,-1-1 0,1 1 0,0-1 0,-1 0 0,0 0 0,3-4 0,1-2 0,-1 0 0,0-1 0,0 1 0,-1-1 0,0 0 0,-1-1 0,0 1 0,-1-1 0,0 1 0,0-1 0,-1 0 0,-1 1 0,0-12 0,0 4-1365,-1 3-5461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57:21.4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0 404 24575,'5'-1'0,"1"1"0,-1-1 0,0 0 0,0 0 0,0-1 0,0 0 0,0 1 0,-1-2 0,1 1 0,0 0 0,-1-1 0,0 0 0,0 0 0,0 0 0,0-1 0,0 1 0,0-1 0,-1 0 0,0 0 0,4-6 0,7-11 0,-2 0 0,-1-1 0,10-27 0,-2 7 0,-12 28 0,-1-1 0,0-1 0,-1 1 0,-1-1 0,0 0 0,-1 0 0,-1 0 0,0 0 0,-1-20 0,-1 35 0,0 1 0,0-1 0,0 0 0,0 1 0,0-1 0,0 1 0,0-1 0,0 1 0,0-1 0,0 0 0,0 1 0,0-1 0,-1 1 0,1-1 0,0 1 0,0-1 0,-1 1 0,1-1 0,0 1 0,-1-1 0,1 1 0,0 0 0,-1-1 0,1 1 0,-1-1 0,1 1 0,-1 0 0,1-1 0,-1 1 0,0 0 0,-11 9 0,-9 26 0,8 7 0,3-1 0,1 2 0,1-1 0,-2 77 0,10-119 0,-6 46 0,4-32 0,-1-1 0,2 1 0,0-1 0,1 1 0,0-1 0,3 19 0,-3-29 0,1 0 0,0 0 0,1-1 0,-1 1 0,0 0 0,1 0 0,-1-1 0,1 1 0,0 0 0,0-1 0,0 0 0,0 1 0,0-1 0,1 0 0,-1 0 0,1 0 0,-1-1 0,1 1 0,0-1 0,-1 1 0,1-1 0,0 0 0,0 0 0,0 0 0,0 0 0,0-1 0,0 1 0,0-1 0,0 0 0,1 0 0,-1 0 0,0 0 0,4-1 0,-5 1 4,1 0 0,0 0 0,0-1 0,0 1 0,0-1-1,0 0 1,0 0 0,0 0 0,0 0 0,-1 0 0,1-1 0,0 1-1,-1-1 1,0 0 0,1 1 0,-1-1 0,0 0 0,0 0 0,0-1 0,0 1-1,0 0 1,0-1 0,-1 1 0,1-1 0,-1 0 0,0 1 0,1-1-1,-1 0 1,-1 0 0,2-5 0,-1 3-87,0 0 1,-1 0-1,1 0 1,-1 0-1,0 0 1,-1 0-1,1 0 1,-1 0-1,0 0 1,-1 0-1,1 0 1,-1 1-1,0-1 1,0 0-1,0 1 1,0-1-1,-6-6 1,-2 0-6744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57:21.9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127 1 24575,'1'0'0,"0"1"0,0-1 0,0 1 0,0 0 0,0-1 0,0 1 0,0 0 0,-1-1 0,1 1 0,0 0 0,-1 0 0,1 0 0,0-1 0,-1 1 0,1 0 0,-1 0 0,1 0 0,-1 0 0,0 0 0,1 0 0,-1 0 0,0 0 0,0 0 0,0 1 0,1-1 0,-1 0 0,-1 1 0,4 36 0,-3-33 0,2 17 0,-1 0 0,-1 0 0,-1 0 0,-1 1 0,-1-1 0,-1-1 0,-1 1 0,-1-1 0,-11 29 0,15-46 0,-2 6 0,0-1 0,-1 1 0,0-1 0,-1 0 0,0 0 0,0 0 0,-1-1 0,0 0 0,0-1 0,-15 12 0,22-19 2,0 1 0,-1-1 0,1 1 0,-1-1 0,0 0 0,1 1 0,-1-1 0,1 0 0,-1 0 0,0 1 0,1-1 0,-1 0 0,1 0 0,-1 0 0,0 0 0,1 0 0,-1 0 0,0 0 0,1 0 0,-1 0 0,1 0 0,-1 0 0,0 0 0,1 0 0,-1-1 0,0 1 0,1 0 0,-1 0 0,1-1 0,-1 1 0,1 0 0,-1-1 0,1 1 0,-1-1 0,1 1 0,-1 0 0,1-1 0,-1 1 0,1-1 0,0 1 0,-1-1 0,1 0 0,0 1 0,-1-1 0,1 1 0,0-1 0,0 0 0,0 1 0,0-1 0,-1 1 0,1-2 1,-3-36-1046,3 35 616,0-13-6399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57:22.2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24575,'0'3'0,"3"1"0,1 3 0,2 0 0,7-1 0,1-2-8191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57:22.7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1 24575,'1'6'0,"1"0"0,0 0 0,0-1 0,0 1 0,1-1 0,0 1 0,0-1 0,5 6 0,7 15 0,-8-10 0,-2 0 0,1 1 0,-2-1 0,0 1 0,-1 0 0,1 25 0,-5 108 0,-2-63 0,3-80-57,0 0 0,0 0 1,-1 0-1,0 0 0,-1-1 0,0 1 0,0 0 0,0 0 0,-1-1 0,1 0 0,-2 1 1,1-1-1,-1 0 0,0-1 0,0 1 0,0-1 0,-1 1 0,0-1 0,0-1 1,0 1-1,-1-1 0,0 0 0,-7 5 0,4-3-6769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57:23.7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214 26 24575,'-5'1'0,"0"-1"0,0 1 0,1 0 0,-1 1 0,0-1 0,1 1 0,-1 0 0,1 0 0,0 1 0,0-1 0,0 1 0,0 0 0,0 0 0,0 0 0,1 1 0,-1-1 0,-4 8 0,-7 8 0,1 1 0,-14 28 0,17-30 0,0 3 0,0 1 0,2-1 0,0 2 0,-11 42 0,19-59 0,0-1 0,0 0 0,0 1 0,1-1 0,0 0 0,0 1 0,0-1 0,1 0 0,-1 1 0,1-1 0,1 0 0,-1 0 0,1 1 0,0-1 0,0 0 0,0-1 0,1 1 0,-1 0 0,1-1 0,0 1 0,1-1 0,-1 0 0,1 0 0,0 0 0,0-1 0,0 1 0,0-1 0,1 0 0,-1 0 0,1-1 0,0 1 0,0-1 0,0 0 0,0 0 0,0-1 0,0 1 0,0-1 0,1 0 0,-1-1 0,8 1 0,4 0 0,1-1 0,-1-1 0,1 0 0,-1-1 0,25-6 0,-35 6 0,-1-1 0,1 0 0,-1 0 0,0 0 0,0 0 0,0-1 0,0 0 0,0 0 0,-1-1 0,0 0 0,0 0 0,0 0 0,0 0 0,-1-1 0,0 0 0,4-8 0,2-6 0,0-1 0,-2 0 0,-1 0 0,-1-1 0,0 0 0,-2 0 0,0 0 0,-2 0 0,0-1 0,-4-43 0,3 61-72,-1-1 1,0 0-1,0 1 0,0-1 0,-1 0 0,0 1 0,0-1 0,0 0 1,-1 1-1,0-1 0,0 1 0,0 0 0,-1 0 0,0 0 0,0 0 1,0 0-1,0 0 0,-6-5 0,1 3-6754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57:24.4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1 677 24575,'5'-1'0,"0"1"0,0-1 0,0 0 0,0 0 0,0-1 0,0 0 0,0 1 0,0-2 0,0 1 0,-1 0 0,1-1 0,-1 0 0,5-4 0,52-52 0,-29 25 0,3 2 0,30-28 0,-3-3 0,94-122 0,-143 167 0,-1 0 0,15-35 0,-24 48 0,-1-1 0,0 1 0,0-1 0,0 0 0,-1 1 0,0-1 0,0 0 0,0 0 0,-1 0 0,0 0 0,0 0 0,-1 1 0,1-1 0,-1 0 0,-3-8 0,4 13 0,-1-1 0,0 0 0,1 1 0,-1-1 0,0 1 0,0 0 0,0-1 0,-1 1 0,1 0 0,0 0 0,0 0 0,-1-1 0,1 1 0,0 0 0,-1 1 0,1-1 0,-1 0 0,0 0 0,1 1 0,-1-1 0,1 1 0,-1-1 0,0 1 0,0 0 0,1 0 0,-1 0 0,0-1 0,1 2 0,-1-1 0,0 0 0,0 0 0,1 0 0,-1 1 0,0-1 0,-2 2 0,0-1 0,-1 1 0,1 0 0,-1 0 0,1 0 0,0 1 0,0-1 0,0 1 0,0 0 0,1 0 0,-1 0 0,-5 7 0,-17 31 0,1 2 0,2 1 0,-21 58 0,-35 65 0,63-137 0,1 1 0,-15 40 0,25-56 0,1 0 0,0 0 0,1 0 0,0 1 0,2-1 0,0 1 0,1 19 0,0-33 0,1 0 0,-1 0 0,1 0 0,0 0 0,0 1 0,0-1 0,0 0 0,0 0 0,1-1 0,-1 1 0,0 0 0,1 0 0,-1-1 0,1 1 0,0-1 0,0 1 0,-1-1 0,1 0 0,0 1 0,0-1 0,0 0 0,1 0 0,-1-1 0,0 1 0,0 0 0,0-1 0,0 1 0,1-1 0,-1 0 0,0 0 0,1 0 0,1 0 0,14 1 0,0-1 0,-1-1 0,20-3 0,-23 2 0,-11 2 6,0 0 0,0-1-1,0 1 1,0-1 0,0 0-1,0 0 1,0 0 0,0 0 0,0-1-1,0 1 1,-1-1 0,1 0-1,-1 0 1,1 1 0,-1-2 0,0 1-1,1 0 1,-1 0 0,0-1-1,3-4 1,-3 1-155,0 1 1,1-1-1,-2 0 1,1 1-1,-1-1 1,0 0-1,0 0 1,-1 0-1,0-11 1,0 1-6678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57:24.8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232 0 24575,'-1'26'0,"0"0"0,-1-1 0,-2 1 0,-1-1 0,0 0 0,-2 0 0,-1-1 0,-12 26 0,13-35 0,-4 12 0,-2 0 0,-25 42 0,23-46 0,12-17 0,-1 0 0,0-1 0,0 1 0,0-1 0,0 0 0,-1 0 0,-10 9 0,-2 0 0,16-13 0,-1 1 0,1-1 0,-1 1 0,1-1 0,-1 0 0,0 0 0,1 0 0,-1 1 0,0-2 0,0 1 0,-4 1 0,-1-9 0,4-17 0,3 18-195,0-1 0,1 1 0,0-1 0,0 1 0,0 0 0,5-13 0,2-1-6631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57:25.0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24575,'0'3'0,"0"4"0,0 3 0,0 4 0,0 2 0,0 2 0,0 0 0,3-3 0,4-4 0,1 0 0,-1-3-8191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57:25.3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87 24575,'3'0'0,"1"-3"0,3-2 0,0-1 0,2-4 0,2 0 0,0-1 0,0 1 0,-1-1 0,1 2 0,1 2 0,-2 3-8191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57:28.3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286 17 24575,'0'-1'0,"-1"0"0,1 0 0,-1 0 0,0 0 0,1 0 0,-1 0 0,0 1 0,0-1 0,1 0 0,-1 0 0,0 1 0,0-1 0,0 0 0,0 1 0,0-1 0,0 1 0,0-1 0,0 1 0,0-1 0,0 1 0,0 0 0,0-1 0,0 1 0,0 0 0,-1 0 0,1 0 0,0 0 0,-2 0 0,-34 1 0,24 4 0,1 0 0,0 0 0,0 1 0,0 1 0,1 0 0,0 1 0,0 0 0,1 1 0,0 0 0,1 0 0,0 1 0,0 0 0,-12 20 0,11-13 0,0 0 0,1 1 0,-11 34 0,18-46 0,0 1 0,0 0 0,1 0 0,0-1 0,0 1 0,0 0 0,1 0 0,0 0 0,1 0 0,-1 0 0,1 0 0,1 0 0,-1 0 0,4 8 0,-2-11 0,-1-1 0,1 0 0,0 1 0,0-1 0,0 0 0,0-1 0,0 1 0,1-1 0,0 1 0,-1-1 0,1 0 0,0 0 0,0-1 0,0 1 0,0-1 0,0 0 0,0 0 0,0 0 0,0 0 0,9-1 0,-1 1 0,-1 0 0,1-1 0,0-1 0,-1 0 0,1 0 0,17-5 0,-22 3 0,0-1 0,0 1 0,-1-1 0,1-1 0,-1 1 0,0-1 0,0 0 0,0 0 0,0-1 0,-1 1 0,6-9 0,0-1 0,-1 0 0,0-1 0,12-29 0,-11 20 0,-1-1 0,-2 0 0,-1-1 0,7-45 0,-19 118 0,-2-1 0,-3 1 0,-1-2 0,-22 58 0,29-89 0,1-6 0,0 1 0,0 0 0,1 0 0,1-1 0,-1 1 0,0 14 0,3-20 0,-1 0 0,0 0 0,1 0 0,-1 0 0,1 0 0,0 0 0,-1 0 0,1-1 0,0 1 0,0 0 0,0 0 0,1-1 0,-1 1 0,0-1 0,0 1 0,1-1 0,-1 1 0,1-1 0,0 0 0,-1 0 0,1 0 0,0 0 0,0 0 0,-1 0 0,1 0 0,0-1 0,0 1 0,0-1 0,0 1 0,0-1 0,0 0 0,3 1 0,67 0-1365,-56-2-5461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57:28.6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24575,'30'1'0,"1"2"0,34 7 0,-64-10 0,23 3 0,0-1 0,30-2 0,-39-1 0,0 0 0,0 2 0,0 0 0,0 0 0,0 1 0,0 1 0,-1 1 0,23 8 0,-25-7-1365,-1-1-5461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57:28.9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24575,'5'1'0,"1"0"0,-1 1 0,0-1 0,1 1 0,-1 0 0,9 5 0,12 5 0,13 2 0,0-2 0,0-2 0,1-2 0,1-1 0,-1-2 0,1-2 0,67-3 0,-97-2-19,0 0-1,0-2 1,0 1-1,0-1 1,0-1-1,-1 0 1,11-7-1,5-2-1189,-11 7-5617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57:29.6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352 1 24575,'0'8'0,"-1"1"0,0-1 0,0 0 0,-1 1 0,1-1 0,-2 0 0,1 0 0,-1 0 0,-1 0 0,1 0 0,-1-1 0,-7 11 0,1-7 0,1 1 0,-1-1 0,-1-1 0,0 0 0,-1-1 0,-16 11 0,23-16 0,0-1 0,1 1 0,-1 0 0,1 0 0,0 0 0,0 1 0,0-1 0,0 1 0,1 0 0,0 0 0,0 0 0,-3 7 0,5-9 0,0 0 0,0 1 0,1-1 0,-1 0 0,1 0 0,0 1 0,0-1 0,0 0 0,0 0 0,1 1 0,-1-1 0,1 0 0,0 0 0,0 0 0,0 0 0,0 0 0,0 0 0,1 0 0,-1 0 0,1 0 0,0 0 0,0-1 0,2 4 0,8 8 0,-2 0 0,0 1 0,-1 0 0,10 21 0,-16-31 0,-1 1 0,0-1 0,0 1 0,0 0 0,0-1 0,-1 1 0,0 0 0,0 0 0,-1 0 0,0 0 0,0 0 0,0 0 0,-1 0 0,1 0 0,-2 0 0,-1 7 0,2-11 0,-1 1 0,1-1 0,-1 0 0,0-1 0,1 1 0,-1 0 0,0 0 0,0-1 0,0 1 0,0-1 0,0 0 0,-1 1 0,1-1 0,0 0 0,-1 0 0,1-1 0,0 1 0,-1 0 0,1-1 0,-1 1 0,1-1 0,-5 0 0,-67-2 0,47 0 0,-61 1-1365,73 2-5461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57:30.1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24575,'1'1'0,"-1"0"0,1 1 0,-1-1 0,1 0 0,0 0 0,0 0 0,0 0 0,0 0 0,0 0 0,0 0 0,0 0 0,0 0 0,0-1 0,0 1 0,0 0 0,1-1 0,-1 1 0,0-1 0,3 1 0,33 13 0,-28-11 0,2 1-85,0-1 0,0 0-1,0 0 1,0-1 0,0-1-1,1 0 1,-1 0 0,0-1-1,1-1 1,-1 1 0,0-2-1,1 0 1,-1 0 0,0-1-1,18-8 1,-13 5-6741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22:32.9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138 1 24575,'-1'12'0,"0"0"0,0 0 0,-1 0 0,0 0 0,-1 0 0,-1 0 0,0-1 0,0 1 0,-10 16 0,-2-3 0,0 0 0,-36 40 0,50-63 0,0 1 0,1-1 0,-1 0 0,0 0 0,1 1 0,0-1 0,0 1 0,0-1 0,0 1 0,0 0 0,0-1 0,0 1 0,1 0 0,-1 2 0,1-4 0,0-1 0,0 1 0,1-1 0,-1 0 0,0 1 0,0-1 0,0 1 0,0-1 0,0 0 0,0 1 0,1-1 0,-1 0 0,0 1 0,0-1 0,0 0 0,1 1 0,-1-1 0,0 0 0,1 0 0,-1 1 0,0-1 0,1 0 0,-1 0 0,0 1 0,1-1 0,-1 0 0,0 0 0,1 0 0,-1 0 0,0 0 0,1 0 0,0 1 0,22-9 0,-15 3 0,0 1 0,0 1 0,1-1 0,-1 2 0,1-1 0,0 1 0,-1 0 0,19-1 0,-25 3 0,0 0 0,0 0 0,-1 0 0,1 0 0,0 0 0,0 0 0,0 1 0,0-1 0,0 1 0,-1-1 0,1 1 0,0 0 0,-1 0 0,1 0 0,0 0 0,-1 0 0,1 0 0,-1 0 0,1 0 0,-1 1 0,0-1 0,0 0 0,1 1 0,-1-1 0,0 1 0,0 0 0,0-1 0,-1 1 0,1 0 0,0-1 0,-1 1 0,1 0 0,-1 0 0,1 0 0,-1 0 0,0-1 0,0 1 0,0 0 0,0 0 0,0 0 0,0 0 0,-1 0 0,1-1 0,0 1 0,-1 0 0,-1 3 0,1 6-1365,1-2-5461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22:33.9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108 13 24575,'0'0'0,"-1"-1"0,1 0 0,0 1 0,0-1 0,0 1 0,0-1 0,-1 0 0,1 1 0,0-1 0,-1 1 0,1-1 0,0 1 0,-1-1 0,1 1 0,-1-1 0,1 1 0,0 0 0,-1-1 0,1 1 0,-1-1 0,0 1 0,1 0 0,-1 0 0,1-1 0,-1 1 0,1 0 0,-1 0 0,0 0 0,1-1 0,-1 1 0,1 0 0,-1 0 0,0 0 0,1 0 0,-1 0 0,0 0 0,1 0 0,-1 1 0,1-1 0,-1 0 0,0 0 0,1 0 0,-1 1 0,1-1 0,-1 0 0,1 0 0,-1 1 0,1-1 0,-1 1 0,1-1 0,-2 1 0,-28 19 0,23-10 0,0 0 0,1 0 0,0 1 0,1-1 0,-5 16 0,8-21 0,0 1 0,0-1 0,1 1 0,0-1 0,0 1 0,0 0 0,1 0 0,0-1 0,0 1 0,0 0 0,1 0 0,2 10 0,-3-14 0,1 0 0,0 0 0,0-1 0,0 1 0,0-1 0,0 1 0,1-1 0,-1 1 0,0-1 0,1 0 0,-1 0 0,1 0 0,-1 0 0,1 0 0,-1 0 0,1 0 0,0 0 0,0 0 0,-1-1 0,1 1 0,0-1 0,0 1 0,0-1 0,-1 0 0,1 0 0,0 0 0,0 0 0,0 0 0,0 0 0,0 0 0,0 0 0,-1-1 0,1 1 0,0-1 0,0 0 0,-1 1 0,1-1 0,3-2 0,1 1 0,-1-1 0,1 0 0,0 0 0,-1-1 0,1 0 0,-1 0 0,0 0 0,-1 0 0,1-1 0,4-6 0,-2 1 0,-1 0 0,-1 0 0,0-1 0,0 1 0,-1-1 0,0-1 0,-1 1 0,0 0 0,-1-1 0,0 0 0,0 1 0,-2-14 0,1 57 0,-2-1 0,-1 1 0,-7 33 0,8-64 5,1 0 0,-1 1 0,1-1 0,0 1 0,0-1 0,0 1 0,0-1 0,0 1 0,0-1 0,0 1 0,0-1 0,0 1 0,1-1 0,-1 1 0,0-1 0,1 1 0,0-1 0,-1 1 0,1-1 0,0 0 0,-1 0 0,1 1 0,1 0 0,0 0-111,1-1 0,-1 0 0,0 1 0,0-1 0,1 0 0,-1-1-1,0 1 1,1 0 0,-1-1 0,1 1 0,-1-1 0,1 1 0,3-1 0,8 0-6720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22:34.5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76 54 24575,'0'-3'0,"-1"0"0,1 0 0,-1 0 0,1 0 0,-1 0 0,0 0 0,0 0 0,-1 0 0,1 0 0,0 0 0,-1 1 0,-3-6 0,4 7 0,0 0 0,0 1 0,1-1 0,-1 0 0,0 0 0,0 1 0,0-1 0,0 0 0,0 1 0,0-1 0,0 1 0,0-1 0,0 1 0,0 0 0,0-1 0,0 1 0,0 0 0,0 0 0,0 0 0,0 0 0,0 0 0,-1 0 0,1 0 0,0 0 0,0 0 0,0 0 0,0 1 0,0-1 0,0 0 0,0 1 0,0-1 0,0 1 0,0-1 0,0 1 0,0-1 0,0 1 0,0 0 0,0 0 0,1-1 0,-2 2 0,0 1 0,0 0 0,0 0 0,0-1 0,0 2 0,1-1 0,0 0 0,-1 0 0,1 0 0,0 1 0,0-1 0,1 0 0,-1 1 0,1-1 0,0 6 0,2 59 0,0-38 0,-3 19-76,0-38-41,0 1 0,0 0-1,1-1 1,1 1 0,0 0 0,0-1 0,1 1 0,1-1-1,0 0 1,8 19 0,-5-21-6709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22:35.2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146 1 24575,'-3'5'0,"0"0"0,1 0 0,-1 0 0,1 0 0,0 0 0,0 1 0,1-1 0,0 1 0,0 0 0,0-1 0,1 1 0,-1 0 0,1-1 0,1 9 0,-6 38 0,-60 140 0,42-141 0,17-41 0,1 0 0,0 1 0,0 0 0,2 0 0,-5 17 0,9-28 0,0 0 0,-1 0 0,1 1 0,0-1 0,0 0 0,-1 0 0,1 0 0,0 0 0,0 0 0,-1 0 0,1 0 0,0 0 0,0-1 0,-1 1 0,1 0 0,0 0 0,0-1 0,-1 1 0,1 0 0,0-1 0,-1 1 0,1 0 0,-1-1 0,1 1 0,0-1 0,-1 1 0,1-1 0,-1 0 0,1 0 0,26-17 0,16-16 0,-27 21 0,0 0 0,36-21 0,-51 33 0,0 1 0,0-1 0,1 1 0,-1-1 0,0 1 0,0 0 0,0-1 0,1 1 0,-1 0 0,0 0 0,0 0 0,1 0 0,-1 0 0,0 0 0,1 0 0,-1 1 0,0-1 0,0 0 0,0 1 0,1-1 0,-1 0 0,0 1 0,2 1 0,-1 0 0,1 0 0,-1 0 0,0 0 0,0 0 0,0 1 0,0-1 0,-1 1 0,1-1 0,-1 1 0,2 3 0,3 10 0,0 0 0,6 35 0,-8-34 0,-2-7 15,1 0 0,0 0 0,1-1 0,0 0 0,0 1 0,1-1 0,7 10 0,-10-16-72,1 0 0,-1-1 0,0 1 0,1-1-1,-1 1 1,1-1 0,0 0 0,-1 0 0,1 0 0,0-1 0,0 1 0,1-1-1,-1 0 1,0 1 0,0-1 0,1-1 0,-1 1 0,0 0 0,1-1 0,-1 0 0,1 0-1,-1 0 1,0 0 0,1 0 0,3-1 0,7-3-6769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22:35.5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216 29 24575,'-2'0'0,"0"-1"0,0 1 0,1-1 0,-1 1 0,0-1 0,0 0 0,0 1 0,1-1 0,-1 0 0,1 0 0,-1 0 0,1-1 0,-1 1 0,-2-3 0,4 3 0,-1 0 0,0 0 0,0 0 0,0 0 0,0 0 0,0 0 0,0 0 0,0 1 0,-1-1 0,1 0 0,0 1 0,0-1 0,-1 1 0,1-1 0,0 1 0,-1-1 0,1 1 0,0 0 0,-1 0 0,1 0 0,0 0 0,-1 0 0,1 0 0,0 0 0,-1 0 0,1 0 0,-1 0 0,1 1 0,0-1 0,0 1 0,-1-1 0,1 1 0,0 0 0,0-1 0,-2 2 0,-4 6 0,0-1 0,1 1 0,0 0 0,0 1 0,1-1 0,0 1 0,0 0 0,1 0 0,0 1 0,1-1 0,-2 11 0,-14 30 0,8-26 0,1 0 0,1 1 0,2 1 0,0-1 0,1 1 0,2 1 0,1-1 0,1 0 0,1 1 0,1-1 0,6 45 0,-5-67-31,0 0 0,0 0 0,0 0 0,0 0 0,1-1 0,-1 1 0,1 0 0,0-1 0,0 1 0,0-1 0,0 0 0,1 0 0,-1 0 0,1 0 0,0 0 0,0 0 0,0-1 0,0 1 0,1-1 0,-1 0 0,1 0 0,-1 0 0,1-1 0,0 1-1,-1-1 1,1 0 0,0 0 0,0 0 0,0 0 0,0-1 0,0 0 0,0 1 0,0-1 0,0-1 0,0 1 0,0-1 0,0 1 0,0-1 0,0 0 0,-1-1 0,1 1 0,0-1 0,4-2 0,7-7-6795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22:36.6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197 44 24575,'0'-2'0,"1"1"0,-1-1 0,0 1 0,0-1 0,0 1 0,0-1 0,0 1 0,0-1 0,0 1 0,-1-1 0,1 1 0,0-1 0,-1 1 0,0-1 0,1 1 0,-1 0 0,0-1 0,1 1 0,-1 0 0,0 0 0,0-1 0,0 1 0,0 0 0,0 0 0,0 0 0,0 0 0,-1 0 0,1 1 0,0-1 0,-1 0 0,1 0 0,0 1 0,-1-1 0,1 1 0,-1-1 0,1 1 0,-1 0 0,1-1 0,-1 1 0,1 0 0,-1 0 0,-2 0 0,0 1 0,0 0 0,0 0 0,0 0 0,1 1 0,-1 0 0,0-1 0,1 1 0,-1 0 0,1 1 0,-1-1 0,1 1 0,0-1 0,0 1 0,-4 5 0,-9 12 0,2 0 0,1 1 0,-22 45 0,31-57 0,0 1 0,1-1 0,0 1 0,0-1 0,1 1 0,0 0 0,1 0 0,0 0 0,1 0 0,0 0 0,1 0 0,2 17 0,-2-24 0,0 0 0,0-1 0,1 1 0,-1-1 0,0 1 0,1-1 0,0 0 0,0 0 0,-1 0 0,1 0 0,0 0 0,1 0 0,-1 0 0,0-1 0,0 1 0,1-1 0,-1 1 0,1-1 0,-1 0 0,1 0 0,0 0 0,-1 0 0,1-1 0,0 1 0,0-1 0,-1 0 0,1 1 0,0-1 0,3-1 0,-2 1 0,-1 0 0,1 0 0,0 0 0,0-1 0,-1 0 0,1 0 0,0 0 0,-1 0 0,1 0 0,-1-1 0,1 1 0,-1-1 0,0 0 0,1 0 0,-1 0 0,0-1 0,-1 1 0,1-1 0,0 1 0,-1-1 0,3-4 0,30-82 0,-30 78 0,-1 0 0,0 0 0,-1-1 0,0 1 0,-1-1 0,0 0 0,-1 0 0,-1-19 0,1 16 0,0-1 0,0 1 0,7-27 0,-8 41 0,0 1 0,0 0 0,0 0 0,0 0 0,0 0 0,0 0 0,0-1 0,0 1 0,0 0 0,0 0 0,0 0 0,0 0 0,0-1 0,0 1 0,0 0 0,0 0 0,0 0 0,0 0 0,0-1 0,0 1 0,0 0 0,0 0 0,0 0 0,0 0 0,0-1 0,0 1 0,1 0 0,-1 0 0,0 0 0,0 0 0,0 0 0,0 0 0,0-1 0,0 1 0,1 0 0,-1 0 0,0 0 0,0 0 0,0 0 0,0 0 0,0 0 0,1 0 0,-1 0 0,0 0 0,0 0 0,0 0 0,0 0 0,1 0 0,-1 0 0,0 0 0,0 0 0,0 0 0,0 0 0,1 0 0,-1 0 0,0 0 0,0 0 0,0 0 0,0 0 0,1 0 0,-1 1 0,4 13 0,1 21 0,-6-4 0,0 0 0,-12 59 0,11-77 0,0-1 0,0 1 0,1 0 0,0 0 0,2 0 0,-1 0 0,2 0 0,3 17 0,-4-29-40,0 1 0,0 0 0,0-1 0,0 0-1,0 1 1,1-1 0,-1 0 0,1 1 0,-1-1 0,1 0 0,-1 0-1,1 0 1,0 0 0,-1-1 0,1 1 0,0 0 0,0-1-1,-1 1 1,1-1 0,0 0 0,0 1 0,0-1 0,0 0 0,0 0-1,0 0 1,-1 0 0,1-1 0,0 1 0,0 0 0,0-1-1,0 0 1,-1 1 0,3-2 0,8-2-6786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22:37.3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24575,'1'1'0,"1"-1"0,-1 0 0,1 1 0,-1-1 0,1 1 0,-1 0 0,0 0 0,1-1 0,-1 1 0,0 0 0,1 0 0,-1 0 0,0 0 0,0 0 0,0 1 0,0-1 0,0 0 0,0 0 0,1 3 0,18 34 0,-9-17 0,-4-9 0,0 0 0,-1 1 0,0 0 0,-1 0 0,-1 0 0,0 0 0,-1 1 0,0 0 0,0 16 0,1 19 0,-6 63 0,1-39 0,-2-51 0,0-1 0,-1-1 0,-1 1 0,-1-1 0,-1 1 0,0-2 0,-16 30 0,-3-10-1365,17-31-5461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22:40.5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1 165 24575,'63'-1'0,"-18"-1"0,0 3 0,85 11 0,50 9 0,-19-7 0,-160-13 0,-1-1 0,1 0 0,-1 0 0,1 0 0,0 1 0,-1-1 0,1 0 0,-1 0 0,1 0 0,-1 0 0,1 0 0,0 0 0,-1 0 0,1 0 0,-1 0 0,1-1 0,0 1 0,-1 0 0,1 0 0,-1 0 0,1-1 0,-1 1 0,1 0 0,-1-1 0,1 1 0,-1 0 0,1-1 0,-1 1 0,0-1 0,1 1 0,-1 0 0,0-1 0,1 1 0,-1-1 0,0 1 0,1-1 0,-1 0 0,0 1 0,0-1 0,0 1 0,0-1 0,1 1 0,-1-1 0,0 1 0,0-1 0,0 0 0,0 1 0,0-1 0,0 1 0,0-1 0,-1 0 0,1 1 0,0-1 0,0 1 0,0-1 0,-1 1 0,1-1 0,0 1 0,0-1 0,-1 1 0,1-1 0,0 1 0,-2-1 0,-24-42 0,21 36 0,-12-18 0,-5-9 0,-33-38 0,55 71 0,-1 1 0,1 0 0,0-1 0,0 1 0,0-1 0,-1 1 0,1 0 0,0-1 0,0 1 0,-1 0 0,1 0 0,0-1 0,-1 1 0,1 0 0,0-1 0,-1 1 0,1 0 0,0 0 0,-1 0 0,1 0 0,0-1 0,-1 1 0,1 0 0,-1 0 0,1 0 0,0 0 0,-1 0 0,1 0 0,-1 0 0,1 0 0,-1 0 0,0 0 0,2 14 0,11 21 0,-2-17 0,2 0 0,0 0 0,1-1 0,0-1 0,1 0 0,25 21 0,-37-36 0,-1 0 0,0 0 0,1 1 0,-1-1 0,0 1 0,0-1 0,0 1 0,0 0 0,0-1 0,-1 1 0,1 0 0,0-1 0,-1 1 0,1 0 0,-1 0 0,0 0 0,0-1 0,1 1 0,-1 0 0,0 0 0,-1 0 0,1 0 0,0-1 0,0 1 0,-1 0 0,1 0 0,-1 0 0,0-1 0,1 1 0,-1 0 0,0-1 0,0 1 0,0-1 0,0 1 0,0-1 0,0 1 0,-3 1 0,-6 10 0,-2-1 0,0 0 0,-18 14 0,6-5 0,-35 42 0,35-34-1365,17-21-5461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22:41.2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1 173 24575,'101'-98'0,"-74"70"0,-20 20 0,0 0 0,0 1 0,1 0 0,9-6 0,-17 13 0,0-1 0,1 1 0,-1 0 0,0-1 0,1 1 0,-1 0 0,0 0 0,1-1 0,-1 1 0,1 0 0,-1 0 0,1 0 0,-1-1 0,0 1 0,1 0 0,-1 0 0,1 0 0,-1 0 0,1 0 0,-1 0 0,1 0 0,-1 0 0,1 0 0,-1 0 0,1 0 0,-1 1 0,0-1 0,1 0 0,-1 0 0,1 0 0,-1 0 0,1 1 0,-1-1 0,0 0 0,1 1 0,-1-1 0,0 0 0,1 0 0,-1 1 0,1 0 0,2 24 0,-12 27 0,-3-20 0,-1 0 0,-1-1 0,-22 34 0,3-4 0,22-39-273,0 0 0,2 1 0,1 0 0,-10 43 0,16-53-6553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22:41.9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236 62 24575,'0'-3'0,"0"0"0,0 1 0,-1-1 0,1 0 0,0 0 0,-1 1 0,0-1 0,0 0 0,0 1 0,0-1 0,0 1 0,0-1 0,0 1 0,-1-1 0,0 1 0,1 0 0,-1 0 0,0 0 0,0 0 0,0 0 0,-3-2 0,4 3 0,-1 1 0,0-1 0,0 0 0,0 1 0,0-1 0,0 1 0,0-1 0,0 1 0,0 0 0,0 0 0,0 0 0,0 0 0,0 0 0,0 1 0,0-1 0,0 0 0,1 1 0,-1 0 0,0-1 0,0 1 0,0 0 0,0 0 0,1 0 0,-1 0 0,0 0 0,1 0 0,-1 1 0,1-1 0,-2 2 0,-15 18 0,1-1 0,0 2 0,2 0 0,1 1 0,1 0 0,1 1 0,0 1 0,-7 28 0,15-44 0,1 1 0,1 0 0,0 0 0,0 1 0,1-1 0,0 0 0,1 0 0,0 1 0,1-1 0,3 18 0,-4-24 0,1-1 0,0 1 0,1 0 0,-1-1 0,0 1 0,1-1 0,0 1 0,0-1 0,0 0 0,0 0 0,0 0 0,1 0 0,-1 0 0,1 0 0,0-1 0,0 1 0,0-1 0,0 0 0,0 0 0,1 0 0,-1 0 0,1-1 0,-1 1 0,1-1 0,-1 0 0,1 0 0,0 0 0,0 0 0,-1-1 0,8 1 0,-2-2 0,0 0 0,0 0 0,1-1 0,-1 0 0,0 0 0,0-1 0,-1 0 0,1-1 0,-1 0 0,1 0 0,-1-1 0,-1 0 0,1 0 0,-1-1 0,0 0 0,0 0 0,0-1 0,5-7 0,-4 5 0,-1 0 0,0-1 0,0 0 0,-1 0 0,-1-1 0,1 0 0,-2 0 0,1 0 0,-2 0 0,1-1 0,-2 1 0,0-1 0,2-19 0,-4 14-273,0-1 0,-2 1 0,0-1 0,-6-25 0,5 31-6553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22:42.8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120 0 24575,'-2'18'0,"-1"0"0,-1 0 0,0 0 0,-1 0 0,-1-1 0,-1 0 0,0 0 0,-1-1 0,-19 28 0,-13 32 0,39-74 0,0-1 0,1 1 0,-1-1 0,0 0 0,1 1 0,-1 0 0,1-1 0,0 1 0,-1-1 0,1 1 0,0-1 0,0 1 0,0 0 0,0-1 0,0 1 0,0 0 0,1-1 0,-1 1 0,0-1 0,1 1 0,-1-1 0,1 1 0,0-1 0,-1 1 0,1-1 0,0 0 0,0 1 0,0-1 0,0 0 0,0 0 0,0 1 0,1-1 0,-1 0 0,0 0 0,0 0 0,1 0 0,-1-1 0,1 1 0,-1 0 0,1-1 0,-1 1 0,1-1 0,-1 1 0,1-1 0,-1 0 0,1 1 0,0-1 0,1 0 0,13 2 0,1-1 0,-1 0 0,32-3 0,-29 1 0,-17 1 0,1 0 0,-1 0 0,0 0 0,0 0 0,0 0 0,0 1 0,0-1 0,0 1 0,0-1 0,1 1 0,-1 0 0,-1-1 0,1 1 0,0 0 0,0 1 0,0-1 0,0 0 0,-1 0 0,1 1 0,-1-1 0,1 1 0,-1-1 0,1 1 0,-1 0 0,0 0 0,0-1 0,0 1 0,0 0 0,0 0 0,0 0 0,-1 0 0,1 0 0,0 4 0,1 4 0,-2 1 0,1-1 0,-1 1 0,-1 0 0,-2 16 0,2-22 6,0 0-1,0-1 1,0 1-1,-1-1 0,1 1 1,-1-1-1,0 1 1,-1-1-1,1 0 1,-1 0-1,0 0 1,0 0-1,0-1 0,0 1 1,0-1-1,-1 0 1,0 0-1,0 0 1,0 0-1,0-1 1,-8 5-1,1-3-170,1 0 0,0-1 0,-1 0 0,0-1 0,0 0 0,0-1 0,0 0 0,-14 0 0,9-2-6661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22:43.3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24575,'3'0'0,"4"0"0,3 0 0,4 0 0,2 0 0,2 0 0,0 0 0,0 0 0,1 0 0,-1 0 0,0 0 0,0 0 0,0 0 0,-1 0 0,1 0 0,0 0 0,-4 0-8191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22:44.6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132 0 24575,'-2'17'0,"0"1"0,-1-2 0,-8 25 0,-8 41 0,10-28 0,-34 103 0,14-58 0,27-84 0,2-13 0,0 1 0,-1-1 0,1 1 0,0-1 0,-1 0 0,0 1 0,0-1 0,1 0 0,-1 1 0,0-1 0,-1 0 0,-2 4 0,6-17 0,7-8 0,2 5 0,2 0 0,-1 1 0,2 0 0,0 1 0,30-20 0,-33 25 0,0 0 0,0 1 0,0 1 0,1 0 0,0 1 0,0 0 0,1 0 0,-1 1 0,19-1 0,-29 4 2,1 0 0,-1 0 1,0 0-1,0 0 0,0 0 0,0 1 0,0-1 0,0 1 0,0 0 0,0-1 1,0 1-1,0 0 0,0 0 0,0 0 0,0 0 0,0 1 0,-1-1 0,1 0 1,-1 1-1,1-1 0,-1 1 0,1 0 0,-1-1 0,0 1 0,0 0 0,0 0 1,0 0-1,0 0 0,0 0 0,0 0 0,-1 0 0,1 0 0,-1 0 0,1 3 0,1 9-110,-1 0 0,-1-1 0,0 1 0,-2 19 0,1-10-791,0-8-5927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22:45.1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176 31 24575,'1'-1'0,"-1"0"0,0 0 0,0 0 0,0 0 0,0 0 0,0 0 0,0 0 0,0 0 0,0 0 0,0 0 0,-1 0 0,1 0 0,0 0 0,0 0 0,-1 0 0,1 0 0,-1 0 0,1 0 0,-1 0 0,1 0 0,-1 1 0,0-1 0,1 0 0,-1 0 0,0 1 0,0-1 0,0 0 0,1 1 0,-1-1 0,0 1 0,0-1 0,0 1 0,0-1 0,0 1 0,0 0 0,0-1 0,0 1 0,0 0 0,0 0 0,0 0 0,0 0 0,0 0 0,0 0 0,0 0 0,0 0 0,0 0 0,0 1 0,0-1 0,-2 1 0,-1 0 0,-1 1 0,1 0 0,0 0 0,0 0 0,-1 1 0,1-1 0,1 1 0,-1 0 0,-5 5 0,-5 9 0,0 1 0,1 0 0,1 1 0,1 0 0,-14 33 0,24-50 0,-1 0 0,1 0 0,0 0 0,0 1 0,1-1 0,-1 0 0,0 1 0,1-1 0,0 1 0,-1-1 0,1 1 0,0-1 0,0 1 0,1-1 0,-1 1 0,0-1 0,1 0 0,-1 1 0,1-1 0,0 1 0,0-1 0,0 0 0,0 0 0,0 0 0,0 1 0,1-1 0,-1 0 0,1 0 0,0-1 0,-1 1 0,1 0 0,0-1 0,2 3 0,0-3 0,1 1 0,-1 0 0,0-1 0,1 0 0,-1 0 0,1-1 0,-1 1 0,1-1 0,-1 0 0,1 0 0,0 0 0,-1-1 0,1 1 0,-1-1 0,0 0 0,1-1 0,6-2 0,-4 1 0,0 0 0,0 0 0,-1-1 0,1 0 0,-1 0 0,0-1 0,0 0 0,0 0 0,-1 0 0,0-1 0,8-10 0,-1-3 0,-1 0 0,15-35 0,-9 16 0,7 0 0,-35 87 0,5-35-118,-13 46 370,18-58-331,0 1 0,1 0 0,0 0 0,-1 0 1,1 0-1,0-1 0,0 1 0,1 0 0,-1 0 0,0 0 0,1 0 0,0-1 0,0 1 0,-1 0 1,2-1-1,-1 1 0,0-1 0,2 4 0,5 1-6747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22:45.6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116 1 24575,'-4'0'0,"1"0"0,-1 1 0,1-1 0,-1 1 0,1 0 0,0 0 0,-1 0 0,1 0 0,0 1 0,0 0 0,0-1 0,0 1 0,0 0 0,1 0 0,-1 1 0,0-1 0,1 0 0,0 1 0,-1 0 0,1-1 0,0 1 0,-2 4 0,1 0 0,-1-1 0,2 0 0,-1 1 0,1-1 0,0 1 0,0 0 0,1 0 0,0 0 0,-1 13 0,4 62 0,1-35 0,-6 55 0,2-98-136,1 1-1,-1-1 1,-1 0-1,1 1 1,-1-1-1,0 0 1,0 0-1,0 0 0,-5 8 1,1-3-6690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22:46.2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132 1 24575,'0'5'0,"1"31"0,-1 1 0,-2-1 0,-1 1 0,-2-1 0,-2 0 0,-13 42 0,-3-21 0,-36 63 0,53-107 0,5-12 0,0 0 0,0 0 0,1 0 0,-1 1 0,0-1 0,1 0 0,-1 0 0,1 1 0,0-1 0,-1 0 0,1 1 0,0-1 0,0 0 0,0 1 0,0-1 0,0 2 0,0-2 0,1-1 0,-1 0 0,1 0 0,-1 0 0,1 0 0,-1 0 0,1 1 0,0-1 0,-1 0 0,1 0 0,-1-1 0,1 1 0,-1 0 0,1 0 0,-1 0 0,1 0 0,-1 0 0,1 0 0,-1-1 0,1 1 0,-1 0 0,1 0 0,-1-1 0,1 1 0,-1 0 0,1-1 0,39-32 0,-29 20 0,22-22 0,-31 33 0,0 0 0,-1 1 0,1-1 0,0 1 0,0 0 0,0 0 0,0-1 0,0 1 0,0 1 0,0-1 0,0 0 0,1 0 0,-1 1 0,0-1 0,4 1 0,-5 0 0,0 0 0,0 1 0,0-1 0,0 1 0,0 0 0,-1-1 0,1 1 0,0 0 0,0-1 0,-1 1 0,1 0 0,0 0 0,-1 0 0,1 0 0,-1 0 0,0-1 0,1 1 0,-1 0 0,1 0 0,-1 0 0,0 0 0,0 0 0,0 1 0,7 33 0,-5-20 0,8 17-273,1-1-1,25 50 0,-31-70-270,1 2-6282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22:46.5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146 1 24575,'-3'1'0,"0"0"0,0 0 0,0 0 0,0 0 0,0 1 0,0-1 0,0 1 0,0 0 0,1 0 0,-1 0 0,1 0 0,-1 1 0,1-1 0,0 1 0,0-1 0,0 1 0,0 0 0,-2 5 0,-31 59 0,33-63 0,-10 28 0,1-1 0,2 2 0,1 0 0,2 0 0,1 0 0,1 1 0,2-1 0,2 1 0,5 52 0,-5-84-47,0 0 0,0 1 0,1-1 0,-1 0 0,0 0 0,1 0 0,0 1 0,-1-1 0,1 0-1,0 0 1,0 0 0,0 0 0,0 0 0,0-1 0,1 1 0,-1 0 0,1 0 0,-1-1 0,1 1 0,0-1 0,-1 1 0,1-1-1,0 0 1,0 0 0,0 0 0,0 0 0,0 0 0,2 1 0,9 1-6779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22:47.2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19 611 24575,'2'-5'0,"0"1"0,1 0 0,0 0 0,0 0 0,0 0 0,0 0 0,0 0 0,1 1 0,6-6 0,1-1 0,-2-1 0,-1 0 0,0-1 0,0 0 0,-2 0 0,1-1 0,-1 0 0,-1 0 0,6-22 0,19-118 0,-22 108 0,-4 9 0,0 0 0,-3 0 0,-5-71 0,4 107 0,0 0 0,1-1 0,-1 1 0,0 0 0,0 0 0,0-1 0,0 1 0,0 0 0,0-1 0,0 1 0,0 0 0,0-1 0,0 1 0,0 0 0,0 0 0,0-1 0,0 1 0,0 0 0,-1-1 0,1 1 0,0 0 0,0 0 0,0-1 0,0 1 0,0 0 0,-1 0 0,1-1 0,0 1 0,0 0 0,0 0 0,-1-1 0,1 1 0,0 0 0,0 0 0,-1 0 0,1 0 0,0 0 0,0-1 0,-1 1 0,1 0 0,0 0 0,-1 0 0,1 0 0,0 0 0,-1 0 0,1 0 0,0 0 0,0 0 0,-1 0 0,1 0 0,-1 0 0,-13 18 0,-9 28 0,-4 22 0,3 1 0,-23 107 0,34-121 0,8-34 0,0 1 0,1 0 0,1 0 0,0 0 0,2 31 0,2-48 0,1-1 0,-1 1 0,1-1 0,0 1 0,0-1 0,0 0 0,0 0 0,1 0 0,0 0 0,-1 0 0,2-1 0,-1 1 0,0-1 0,1 0 0,-1 0 0,1 0 0,0 0 0,0-1 0,0 1 0,0-1 0,1 0 0,-1-1 0,6 3 0,4 1 0,0-1 0,0 0 0,1-1 0,-1-1 0,1 0 0,17 0 0,-30-1-39,0-1 0,0 0 0,0 0 0,0 0 0,0 0 0,0 0 0,0 0 0,0-1 0,-1 1 0,1-1 0,0 1 0,0-1 0,0 0 0,0 1 0,0-1 0,-1 0 0,1 0 0,0 0 0,-1-1 0,1 1 0,-1 0 0,0-1 0,1 1 0,-1-1 0,0 1 0,0-1 0,1 1 0,-1-1 0,-1 0 0,1 0 0,0 1 0,0-1 0,-1 0 0,1-2 0,1-10-6787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22:47.8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1 24575,'2'0'0,"0"1"0,0 0 0,0 0 0,0 0 0,0 0 0,0 0 0,0 1 0,-1-1 0,1 1 0,0-1 0,-1 1 0,1-1 0,-1 1 0,0 0 0,1 0 0,-1 0 0,0 0 0,0 0 0,0 0 0,0 0 0,-1 0 0,1 2 0,15 50 0,-11-7 0,-2 0 0,-6 77 0,1-26 0,1-83 0,-1 0 0,-1-1 0,0 1 0,0-1 0,-11 27 0,7-25 0,2 1 0,0 0 0,-4 31 0,8-36-227,-1 0-1,0 1 1,-1-2-1,0 1 1,-6 13-1,4-15-6598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22:48.4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150 262 24575,'2'-1'0,"-1"1"0,1-1 0,-1 0 0,0 0 0,1 0 0,-1 0 0,0 0 0,1 0 0,-1 0 0,0 0 0,0-1 0,0 1 0,0 0 0,0-1 0,0 1 0,-1-1 0,1 1 0,0-1 0,-1 1 0,1-1 0,0-3 0,9-36 0,-10 34 0,0 0 0,0 0 0,-1 0 0,0 1 0,-1-1 0,1 0 0,-1 0 0,-1 1 0,1-1 0,-1 1 0,0 0 0,-1-1 0,1 2 0,-1-1 0,0 0 0,-6-5 0,3 3 0,0 0 0,0 1 0,-1 0 0,0 1 0,0-1 0,0 2 0,-1-1 0,0 1 0,0 0 0,-15-5 0,-2 8-1365,16 5-5461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22:49.5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34 24575,'8'0'0,"-1"0"0,1 1 0,-1 0 0,0 1 0,1 0 0,-1 0 0,0 0 0,11 6 0,1 0 0,0-2 0,0 0 0,0-2 0,1-1 0,-1 0 0,1-1 0,31-1 0,21 2 0,-53 0 0,15 2 0,-26-12 0,-13-11 0,-3 4 0,-1 0 0,0 1 0,-14-15 0,21 26 0,3 4 0,8 8 0,0 1 0,1-1 0,19 15 0,-28-24 2,0 0 0,0 0 0,0 0 0,0 0 0,0 0 0,0 1 0,0-1 0,-1 0-1,1 0 1,0 1 0,-1-1 0,1 0 0,-1 1 0,1-1 0,-1 1 0,0-1 0,0 1 0,1-1 0,-1 1-1,0-1 1,0 1 0,0-1 0,-1 1 0,1-1 0,0 1 0,-1-1 0,1 1 0,0-1 0,-1 0-1,0 2 1,-28 46-371,18-32-686,4-6-5771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22:50.9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1 24575,'6'0'0,"0"0"0,-1 0 0,1 1 0,0 0 0,0 0 0,0 1 0,-1 0 0,1 0 0,0 0 0,-1 1 0,0-1 0,0 1 0,0 1 0,0-1 0,0 1 0,-1-1 0,1 1 0,-1 1 0,0-1 0,0 1 0,-1-1 0,1 1 0,-1 0 0,0 0 0,0 1 0,-1-1 0,1 0 0,-1 1 0,-1 0 0,1-1 0,-1 1 0,2 11 0,-2-9 0,-1 0 0,1 0 0,-1 0 0,-1 0 0,1 0 0,-2 0 0,1 0 0,-1 0 0,0 0 0,0-1 0,-1 1 0,-6 11 0,-2 1 0,-1 0 0,-1-1 0,-16 19 0,-24 29 0,52-67 0,1 0 0,0 1 0,-1-1 0,1 0 0,0 0 0,-1 1 0,1-1 0,0 0 0,0 1 0,-1-1 0,1 0 0,0 1 0,0-1 0,0 0 0,-1 1 0,1-1 0,0 0 0,0 1 0,0-1 0,0 1 0,0-1 0,0 0 0,0 1 0,0-1 0,0 1 0,0-1 0,0 0 0,0 1 0,0-1 0,0 1 0,0-1 0,0 0 0,0 1 0,0-1 0,1 0 0,-1 1 0,0-1 0,0 0 0,1 1 0,18 3 0,24-9 0,-36 3 20,-1-1-1,1 0 1,-1 0-1,0-1 1,7-4-1,14-8-1501,-17 11-5344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22:51.7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147 48 24575,'0'-2'0,"1"1"0,-1-1 0,0 0 0,0 1 0,0-1 0,0 0 0,0 1 0,-1-1 0,1 0 0,0 1 0,-1-1 0,1 0 0,-1 1 0,1-1 0,-1 1 0,0-1 0,0 1 0,0-1 0,0 1 0,0 0 0,0-1 0,0 1 0,0 0 0,-1 0 0,1 0 0,0 0 0,-1 0 0,1 0 0,0 0 0,-1 0 0,0 1 0,1-1 0,-1 1 0,1-1 0,-1 1 0,0-1 0,1 1 0,-1 0 0,0 0 0,1 0 0,-1 0 0,0 0 0,1 0 0,-3 1 0,0 0 0,0 0 0,0 0 0,0 0 0,0 1 0,1-1 0,-1 1 0,0 0 0,1 0 0,0 1 0,-1-1 0,1 1 0,0 0 0,0 0 0,0 0 0,1 0 0,-1 0 0,-2 5 0,-2 5 0,1 1 0,1-1 0,1 1 0,0 0 0,0 1 0,1-1 0,1 0 0,1 1 0,0-1 0,1 1 0,0 0 0,1-1 0,1 1 0,0-1 0,1 0 0,5 16 0,-7-28 0,0 0 0,0 0 0,0-1 0,0 1 0,1 0 0,-1 0 0,1-1 0,-1 1 0,1 0 0,-1-1 0,1 0 0,0 1 0,0-1 0,0 0 0,-1 0 0,1 0 0,0 0 0,1 0 0,-1 0 0,0-1 0,0 1 0,0-1 0,0 0 0,0 1 0,1-1 0,-1 0 0,0 0 0,0 0 0,0-1 0,1 1 0,-1 0 0,0-1 0,0 0 0,0 1 0,0-1 0,0 0 0,3-2 0,1 1 0,0-1 0,-1 1 0,1-1 0,-1-1 0,0 1 0,0-1 0,0 0 0,0 0 0,-1 0 0,0-1 0,1 0 0,4-8 0,0-4-124,0-1 0,-1-1 0,-1 0 0,-1 0 0,-1 0 0,0-1-1,-1 0 1,-2 1 0,0-1 0,-1-29 0,-1 33-6702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22:52.5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135 0 24575,'-1'22'0,"-2"0"0,0 0 0,-1 0 0,-1-1 0,0 1 0,-15 31 0,-63 117 0,82-169 0,0 0 0,0 0 0,0 0 0,0 0 0,0 0 0,1 0 0,-1 1 0,1-1 0,-1 0 0,1 0 0,-1 0 0,1 1 0,-1-1 0,1 0 0,0 1 0,0-1 0,0 0 0,0 1 0,0-1 0,0 0 0,0 0 0,0 1 0,1-1 0,0 2 0,1-1 0,1-2 0,0 1 0,0 0 0,0-1 0,0 1 0,0-1 0,0 0 0,0 0 0,0 0 0,5-1 0,-5 1 0,19-1 0,-15 0 0,0 1 0,0 0 0,1 0 0,-1 0 0,0 1 0,10 2 0,-15-2 0,0 0 0,0 0 0,-1 0 0,1 0 0,0 0 0,-1 0 0,1 0 0,0 0 0,-1 1 0,0-1 0,1 1 0,-1-1 0,0 1 0,0-1 0,1 1 0,-1 0 0,-1 0 0,1-1 0,0 1 0,0 0 0,-1 0 0,1 0 0,-1 0 0,1 0 0,-1 0 0,0 0 0,0 0 0,0 2 0,1-1-35,-1 1 0,0-1 0,1 0 0,-1 0 0,-1 1 0,1-1 0,0 0 0,-1 1 0,1-1 0,-1 0 0,0 0 0,0 0 0,0 0 0,-1 0 0,1 0 0,-1 0 0,0 0 0,1 0 0,-1-1 0,-1 1 0,1-1 0,0 1 0,0-1 0,-1 0 0,0 0 0,1 0 0,-1 0 0,0 0 0,0-1 0,0 1 0,0-1 0,0 0 0,0 0 0,0 0 0,0 0 0,-1-1 0,1 1 0,-6-1 0,-5 1-6791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22:53.1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24575,'3'0'0,"4"0"0,3 0 0,4 0 0,2 0 0,2 0 0,0 0 0,0 0 0,0 0 0,1 0 0,-1 0 0,0 0 0,0 3 0,-4 1-8191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23:06.8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326 1 24575,'-2'5'0,"1"-1"0,-1 1 0,0-1 0,-1 0 0,1 0 0,-1 1 0,0-2 0,1 1 0,-2 0 0,-3 4 0,-4 4 0,-71 95 0,-57 79 0,83-85-1365,50-91-5461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23:07.5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39 24575,'1'-1'0,"-1"-1"0,0 1 0,0-1 0,1 1 0,-1 0 0,0-1 0,0 1 0,0 0 0,-1-1 0,1 1 0,0-1 0,-1 1 0,1 0 0,0-1 0,-1 1 0,0 0 0,1 0 0,-1-1 0,0 1 0,1 0 0,-1 0 0,0 0 0,0 0 0,0 0 0,0 0 0,0 0 0,0 0 0,0 0 0,-1 1 0,1-1 0,-2-1 0,2 3 0,-1 0 0,1-1 0,-1 1 0,0 0 0,1 0 0,0-1 0,-1 1 0,1 1 0,-1-1 0,1 0 0,0 0 0,0 0 0,0 1 0,0-1 0,0 0 0,0 1 0,0-1 0,0 1 0,0-1 0,1 1 0,-1 0 0,0-1 0,1 1 0,0 0 0,-1 2 0,-1 4 0,0-1 0,1 1 0,-1 0 0,2 0 0,-1 0 0,1 0 0,0 0 0,1 0 0,0-1 0,0 1 0,1 0 0,3 12 0,-3-17 0,-1 0 0,0 0 0,1 0 0,0 0 0,-1 0 0,1-1 0,0 1 0,1-1 0,-1 1 0,0-1 0,1 0 0,-1 1 0,1-1 0,0-1 0,-1 1 0,1 0 0,0-1 0,0 1 0,0-1 0,1 0 0,-1 0 0,0 0 0,0-1 0,0 1 0,1-1 0,-1 1 0,0-1 0,1 0 0,-1 0 0,0-1 0,1 1 0,4-2 0,-6 1 2,0 1 1,1-1-1,-1 0 0,0 0 0,0 0 0,0 0 0,0 0 0,0 0 1,0-1-1,0 1 0,0-1 0,-1 1 0,1-1 0,-1 0 0,1 0 1,-1 0-1,1 0 0,-1 0 0,0 0 0,0 0 0,0 0 0,0 0 1,0 0-1,-1 0 0,1-1 0,-1 1 0,1 0 0,-1-3 0,2-9-102,-2-1 0,0 1 0,-2-24 0,0 11-927,2 12-5799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23:08.2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128 8 24575,'-22'-4'0,"21"3"0,-1 1 0,1-1 0,-1 1 0,1-1 0,-1 1 0,1 0 0,-1 0 0,1 0 0,-1 0 0,1 0 0,-1 0 0,1 0 0,-1 0 0,1 1 0,-1-1 0,1 1 0,0-1 0,-1 1 0,1-1 0,0 1 0,-1 0 0,1 0 0,-2 1 0,-3 3 0,0 0 0,0 0 0,1 1 0,0 0 0,0 0 0,0 1 0,1-1 0,0 1 0,0 0 0,1 0 0,0 0 0,0 1 0,0-1 0,1 1 0,0-1 0,1 1 0,0 0 0,0 0 0,1-1 0,-1 1 0,2 0 0,-1 0 0,1 0 0,0 0 0,1-1 0,4 14 0,-4-18 0,0 0 0,1-1 0,-1 1 0,0-1 0,1 0 0,-1 0 0,1 0 0,0 0 0,0-1 0,0 1 0,0-1 0,0 1 0,0-1 0,0 0 0,0 0 0,1-1 0,-1 1 0,0-1 0,1 1 0,-1-1 0,0 0 0,0 0 0,6-1 0,-1 1 0,0-1 0,1 0 0,-1 0 0,0-1 0,1 0 0,-1 0 0,0-1 0,11-5 0,-14 5-49,0-1 1,0 0-1,0 0 0,-1 0 0,0 0 1,0-1-1,0 1 0,0-1 0,0 0 1,-1 0-1,0-1 0,0 1 0,-1-1 1,0 1-1,1-1 0,-2 0 0,1 0 1,-1 0-1,0 0 0,0 0 0,0 0 1,-1 0-1,0 0 0,-1 0 0,1 0 0,-1-1 1,-3-10-1,0 6-6777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23:09.0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133 1 24575,'-3'17'0,"0"0"0,0 0 0,-2 0 0,0 0 0,-1-1 0,-1 0 0,0 0 0,-1-1 0,-12 18 0,-22 49 0,32-63 0,-4 14 0,14-33 0,0 1 0,1 0 0,-1 0 0,0 0 0,0 0 0,1 0 0,-1 0 0,1 0 0,-1 0 0,1 0 0,-1-1 0,1 1 0,-1 0 0,1 0 0,0-1 0,-1 1 0,1 0 0,0-1 0,0 1 0,-1 0 0,1-1 0,0 0 0,0 1 0,0-1 0,0 1 0,0-1 0,0 0 0,0 1 0,-1-1 0,1 0 0,0 0 0,0 0 0,0 0 0,2 0 0,10 1 0,-1-1 0,0 0 0,1 0 0,-1-1 0,0-1 0,18-4 0,-16 2 0,0 2 0,0 0 0,0 0 0,23 2 0,-36 0 0,1 0 0,-1 0 0,1 1 0,-1-1 0,1 1 0,-1-1 0,1 1 0,-1-1 0,0 1 0,1 0 0,-1 0 0,0 0 0,1 0 0,-1 0 0,0 0 0,0 0 0,0 0 0,0 0 0,0 0 0,0 1 0,1 0 0,-1 2 0,1 0 0,0 0 0,-1 0 0,0 1 0,0-1 0,0 0 0,1 8 0,-2 7 0,0 0 0,-5 33 0,4-42 0,0-5 6,0 0-1,0-1 1,-1 1-1,1 0 0,-1-1 1,0 1-1,0-1 1,-1 0-1,1 1 1,-1-1-1,0 0 1,0-1-1,-1 1 0,1-1 1,-1 1-1,1-1 1,-1 0-1,0 0 1,0-1-1,-1 1 1,-6 2-1,-5 2-302,0 0 0,-1-2 0,1 0 0,-31 5 0,34-8-6529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23:09.6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24575,'3'0'0,"4"0"0,7 0 0,4 0 0,2 0 0,1 0 0,-1 0 0,0 0 0,-1 0 0,-1 0 0,0 0 0,0 0 0,0 0 0,-1 0 0,1 0 0,-1 0 0,-2 0-8191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23:10.2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24575,'353'0'-1365,"-337"0"-5461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23:10.5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24575,'123'17'0,"-33"-8"0,14 1 0,-14-11-1365,-75 1-5461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23:11.5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325 30 24575,'0'-1'0,"-1"0"0,1-1 0,-1 1 0,1 0 0,-1-1 0,0 1 0,0 0 0,1 0 0,-1 0 0,0 0 0,0-1 0,0 1 0,0 1 0,0-1 0,-1 0 0,1 0 0,0 0 0,0 1 0,-1-1 0,1 0 0,0 1 0,-1-1 0,1 1 0,0 0 0,-3-1 0,-36-5 0,34 7 0,1 0 0,-1 1 0,1-1 0,0 1 0,-1 0 0,1 1 0,0-1 0,0 1 0,0 0 0,1 1 0,-1-1 0,1 1 0,-5 4 0,-54 63 0,43-45 0,10-15 0,1 0 0,1 0 0,0 1 0,0 0 0,1 0 0,1 1 0,-7 18 0,6-11 0,1 1 0,1 0 0,-4 36 0,8-52 0,0 0 0,1 0 0,-1 1 0,1-1 0,1 0 0,-1 0 0,1 0 0,0 0 0,0 0 0,0 0 0,1 0 0,0 0 0,0 0 0,0 0 0,0-1 0,1 1 0,0-1 0,-1 0 0,2 0 0,-1 0 0,5 5 0,-2-7 0,-1 1 0,1 0 0,0-1 0,1 0 0,-1-1 0,0 1 0,1-1 0,-1-1 0,0 1 0,12-1 0,-3 0 0,1-1 0,-1-1 0,21-4 0,-25 3 0,-1 0 0,0-1 0,0-1 0,0 0 0,0 0 0,-1 0 0,0-1 0,0-1 0,-1 0 0,1 0 0,-1 0 0,-1-1 0,0 0 0,12-18 0,-12 15 0,0-1 0,-1 0 0,0-1 0,-1 1 0,0-1 0,-1 0 0,-1 0 0,0-1 0,0 1 0,-2-1 0,1-19 0,-1-8-102,1 30-3,-1 0 0,-1 0-1,0 0 1,0 0 0,-1 0 0,-1 0-1,0 0 1,0 0 0,-1 0 0,0 1-1,-10-21 1,7 22-6721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23:12.8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272 1 24575,'-3'3'0,"-1"-1"0,1 1 0,0 0 0,0 0 0,0 1 0,0-1 0,1 1 0,0-1 0,-1 1 0,1 0 0,-3 7 0,2-4 0,-166 246 0,140-214 0,1 3-1365,21-33-5461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23:13.4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88 12 24575,'0'-1'0,"0"1"0,0-1 0,0 1 0,0 0 0,0-1 0,0 1 0,0 0 0,0-1 0,0 1 0,0-1 0,0 1 0,0 0 0,0-1 0,0 1 0,0 0 0,0-1 0,0 1 0,-1 0 0,1-1 0,0 1 0,0 0 0,-1-1 0,1 1 0,0 0 0,0-1 0,-1 1 0,1 0 0,0 0 0,0-1 0,-1 1 0,1 0 0,0 0 0,-1 0 0,1 0 0,-1-1 0,1 1 0,-1 0 0,-14 7 0,-10 20 0,-7 54 0,30-75 0,1-1 0,-1 1 0,1 0 0,0-1 0,0 1 0,1 0 0,0 0 0,0 0 0,0 0 0,1 0 0,0 0 0,2 8 0,-2-12 0,-1-1 0,1 1 0,-1-1 0,1 1 0,0-1 0,0 1 0,0-1 0,0 0 0,0 1 0,0-1 0,0 0 0,1 0 0,-1 0 0,0 0 0,1 0 0,-1 0 0,0 0 0,1 0 0,-1-1 0,1 1 0,0 0 0,-1-1 0,1 0 0,-1 1 0,1-1 0,0 0 0,-1 0 0,1 1 0,0-1 0,-1-1 0,1 1 0,0 0 0,-1 0 0,1-1 0,0 1 0,-1-1 0,1 1 0,2-2 0,0 0 0,-1 0 0,1 0 0,0-1 0,0 1 0,-1-1 0,1 0 0,-1 0 0,0 0 0,0 0 0,0-1 0,-1 1 0,1-1 0,2-4 0,15-45 120,-19 51-207,0-1-1,0 0 1,-1 0 0,1 1-1,-1-1 1,1 0 0,-1 0-1,0 0 1,0 0-1,0 1 1,0-1 0,0 0-1,-1 0 1,0 0 0,1 0-1,-2-3 1,-5 0-6739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23:14.0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88 1 24575,'-2'3'0,"1"0"0,0 0 0,-1 0 0,0 0 0,1 0 0,-1 0 0,0 0 0,-1-1 0,1 1 0,0-1 0,-1 1 0,0-1 0,1 0 0,-1 0 0,0 0 0,-5 2 0,-14 13 0,20-15 0,0 0 0,0 1 0,0-1 0,0 1 0,0 0 0,0 0 0,1 0 0,-1 0 0,1 0 0,0 0 0,0 0 0,0 0 0,0 0 0,1 0 0,-1 1 0,1-1 0,0 0 0,0 6 0,1-7 0,-1 0 0,1 0 0,0 0 0,-1 0 0,1 0 0,0-1 0,0 1 0,0 0 0,0 0 0,1-1 0,-1 1 0,0-1 0,1 1 0,-1-1 0,1 0 0,-1 0 0,1 1 0,0-1 0,-1 0 0,1 0 0,0-1 0,0 1 0,0 0 0,0 0 0,0-1 0,0 0 0,0 1 0,0-1 0,0 0 0,3 0 0,4 0 0,-1 0 0,1 0 0,-1-1 0,1 0 0,-1-1 0,0 0 0,0 0 0,0-1 0,0 0 0,0-1 0,9-4 0,-14 6 0,-1 1 0,1-1 0,0 0 0,-1 0 0,1 0 0,-1 0 0,0 0 0,1 0 0,-1-1 0,0 1 0,-1-1 0,1 0 0,0 1 0,-1-1 0,1 0 0,-1 0 0,0 0 0,0 0 0,0 0 0,0 0 0,-1 0 0,1-1 0,-1 1 0,0 0 0,0 0 0,0 0 0,0-1 0,-1 1 0,1 0 0,-1 0 0,0 0 0,0 0 0,-1-4 0,-5-4-1365,-1 4-5461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23:14.6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263 1 24575,'-2'10'0,"0"1"0,-1 0 0,0-1 0,-1 0 0,0 0 0,-1 0 0,0 0 0,0-1 0,-1 0 0,-13 16 0,-4 9 0,-12 11 0,28-38 0,0 1 0,1 0 0,0 0 0,0 0 0,1 1 0,0-1 0,1 1 0,-4 10 0,8-16 0,0-1 0,1 1 0,-1-1 0,1 0 0,0 1 0,-1-1 0,1 1 0,0-1 0,0 0 0,1 0 0,-1 0 0,0 0 0,1 1 0,-1-2 0,1 1 0,0 0 0,0 0 0,-1 0 0,1-1 0,0 1 0,4 1 0,-2 0 0,-1-1 0,0 1 0,0-1 0,-1 1 0,1 0 0,-1 0 0,1 1 0,-1-1 0,0 0 0,2 5 0,-2-2 6,0 1 0,-1-1 0,0 0 0,0 0 0,-1 0 0,0 1 0,0-1 0,0 0 0,-1 1 0,0-1 0,0 0 0,-1 0 0,1 0 0,-1 0 0,-1 0 0,1 0 0,-1-1 0,0 1 0,-6 8 0,4-8-93,0-1-1,0 0 1,0 0 0,-1-1-1,0 1 1,0-1 0,0 0-1,0-1 1,0 1-1,-1-1 1,0-1 0,1 1-1,-1-1 1,0 0 0,0-1-1,-14 2 1,7-2-6739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23:15.1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24575,'1'2'0,"0"-1"0,0 0 0,0 0 0,0 1 0,0-1 0,0 0 0,1 0 0,-1 0 0,0 0 0,1 0 0,-1 0 0,0-1 0,1 1 0,-1 0 0,1-1 0,-1 1 0,1-1 0,-1 1 0,3-1 0,35 10 0,-37-9 0,50 8 0,-37-7 0,0 0 0,0 1 0,0 1 0,0 0 0,0 1 0,21 11 0,-27-9-1365,-3 2-5461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23:15.4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73 24575,'32'-1'0,"1"-2"0,-1-1 0,0-1 0,0-2 0,60-21 0,-83 25-111,0-1-68,-1 0-1,1 1 1,0 0 0,1 1 0,-1 0 0,10-1 0,-5 3-6647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23:15.8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93 24575,'47'0'0,"66"-8"0,-93 4 0,0 0 0,0-1 0,0-1 0,-1 0 0,33-18 0,5-4-1365,-47 20-5461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23:16.8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268 37 24575,'0'-2'0,"0"0"0,0 1 0,0-1 0,-1 1 0,1-1 0,0 1 0,-1-1 0,1 1 0,-1-1 0,0 1 0,1 0 0,-1-1 0,0 1 0,0 0 0,0 0 0,0-1 0,0 1 0,0 0 0,0 0 0,-1 0 0,1 0 0,0 0 0,0 0 0,-1 1 0,1-1 0,-1 0 0,1 1 0,0-1 0,-1 1 0,1-1 0,-1 1 0,1 0 0,-1 0 0,0-1 0,1 1 0,-1 0 0,1 0 0,-1 1 0,1-1 0,-1 0 0,-2 1 0,-1 0 0,1-1 0,-1 1 0,0 1 0,0-1 0,1 1 0,-1-1 0,1 1 0,-1 1 0,1-1 0,0 1 0,0-1 0,-6 7 0,-12 16 0,1 1 0,2 1 0,1 1 0,1 1 0,2 0 0,-19 48 0,32-72 0,0-1 0,1 1 0,-1-1 0,1 1 0,0-1 0,1 1 0,-1 0 0,1 0 0,0-1 0,0 1 0,0 0 0,1-1 0,-1 1 0,1 0 0,0-1 0,1 1 0,-1-1 0,1 1 0,0-1 0,0 0 0,0 0 0,1 0 0,-1 0 0,1 0 0,0 0 0,0-1 0,0 1 0,1-1 0,-1 0 0,1 0 0,0 0 0,0 0 0,0-1 0,0 0 0,0 0 0,0 0 0,1 0 0,-1 0 0,1-1 0,-1 0 0,1 0 0,0 0 0,-1-1 0,6 1 0,0-2 0,0 0 0,0 0 0,0-1 0,-1 0 0,1-1 0,0 0 0,-1 0 0,0-1 0,0 0 0,0-1 0,12-8 0,-7 4 0,-1-1 0,0-1 0,0 0 0,-1-1 0,0 0 0,11-15 0,-18 18 0,1 0 0,-1-1 0,-1 0 0,0 1 0,0-2 0,-1 1 0,0 0 0,0-1 0,-2 1 0,2-19 0,-2 24 0,-1-1 0,0 1 0,0 0 0,0 0 0,-1-1 0,1 1 0,-1 0 0,-1 0 0,1-1 0,-1 1 0,0 0 0,0 1 0,0-1 0,0 0 0,-1 1 0,0-1 0,0 1 0,-1 0 0,1 0 0,-1 0 0,1 0 0,-1 1 0,-5-4 0,0 4-1365,2 2-5461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23:17.6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131 73 24575,'0'-3'0,"0"-4"0,-3-1 0,-1-2 0,-3 1 0,-3 2 0,0-1 0,-1 0 0,-2 3 0,-2 1 0,-1 2 0,0 1 0,1 4 0,4 1-8191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23:20.6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73 24575,'-9'-34'0,"8"32"0,1 1 0,-1-1 0,0 0 0,0 0 0,1 0 0,-1 0 0,1 0 0,0 0 0,0 0 0,-1 0 0,2-4 0,-1 5 0,1 0 0,0 1 0,0-1 0,0 0 0,-1 0 0,1 0 0,0 1 0,0-1 0,0 0 0,0 1 0,0-1 0,1 1 0,-1-1 0,0 1 0,0-1 0,0 1 0,0 0 0,1 0 0,-1-1 0,0 1 0,0 0 0,0 0 0,1 0 0,-1 0 0,0 1 0,1-1 0,319 2-1365,-306-2-5461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23:21.2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25 24575,'587'0'0,"-568"0"-227,0-1-1,0-1 1,0-1-1,-1 0 1,23-8-1,-30 6-6598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28:26.6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47 252 24575,'1'0'0,"0"1"0,0-1 0,0 1 0,0-1 0,0 1 0,-1 0 0,1-1 0,0 1 0,0 0 0,0 0 0,-1 0 0,1-1 0,0 1 0,-1 0 0,1 0 0,-1 0 0,1 0 0,-1 0 0,0 0 0,1 0 0,-1 0 0,0 0 0,0 0 0,1 0 0,-1 0 0,0 1 0,0 0 0,2 37 0,-2-35 0,0 25 0,-9 53 0,-1 22 0,-7 55 0,16-142 0,-1-1 0,-1 0 0,-6 24 0,-4 18 0,13-57 0,0 1 0,0-1 0,0 0 0,0 0 0,1 1 0,-1-1 0,0 0 0,1 1 0,-1-1 0,1 0 0,0 0 0,-1 0 0,1 1 0,0-1 0,0 0 0,-1 0 0,1 0 0,0 0 0,0 0 0,0-1 0,0 1 0,0 0 0,1 0 0,-1-1 0,0 1 0,0 0 0,0-1 0,1 1 0,-1-1 0,0 0 0,0 1 0,1-1 0,-1 0 0,0 0 0,1 0 0,-1 0 0,3 0 0,62 0 0,-51-1 0,8 0 0,305 1 0,-110 19 0,-182-17 0,308 12 0,-267-12 0,-41 0 0,-1-2 0,69-7 0,-48-9 0,-44 12 0,1 0 0,-1 1 0,1 0 0,22-1 0,123-13 0,1149 18 0,-1082 17 0,15-5 0,-125-8 0,-81-5 0,0 2 0,37 6 0,-17-2 0,0-2 0,105-5 0,-52-1 0,46-1 0,162 6 0,-246 6 0,27 0 0,33-11 0,146 4 0,-204 6 0,-36-3 0,43 0 0,166 10 0,-142-9 0,104-7 0,-62-2 0,3195 3 0,-3181 18 0,-127-17 0,0 1 0,35 8 0,-16-5 0,0-2 0,82-5 0,-33 0 0,622 2 0,-509-18 0,-42 20 0,188-4 0,-286-6 0,-39 3 0,42 0 0,102-13 0,214 5 0,-366 11 0,32-3 0,67-15 0,-92 15 0,0 1 0,35-1 0,38-4 0,-20-2 0,160-2 0,-131 14 0,148-3 0,-171-6 0,60-1 0,98-9 0,-184 19 0,-9 0 0,1-2 0,67-10 0,-60 4 0,0 2 0,98 7 0,-47 1 0,1152-3 0,-1098-18 0,8 5 0,-16 8 0,-116 6 0,0-2 0,62-9 0,-75 6 0,49-1 0,-50 5 0,52-9 0,-53 5 0,47 0 0,-48 3 0,51-7 0,99-13 0,-125 15 0,0 3 0,82 6 0,-30-1 0,528-2 0,-632 1 0,0-1 0,0 0 0,0 0 0,0 0 0,0 0 0,0 0 0,0-1 0,0 1 0,0 0 0,0-1 0,0 0 0,0 1 0,0-1 0,0 0 0,-1 0 0,1 0 0,0 0 0,-1 0 0,1 0 0,-1-1 0,1 1 0,-1-1 0,1 1 0,-1-1 0,0 1 0,0-1 0,0 0 0,0 1 0,0-1 0,0 0 0,0 0 0,-1 0 0,1 0 0,0 0 0,-1-3 0,1-6 0,-2 0 0,1 0 0,-2 0 0,1 0 0,-6-18 0,-3-24 0,6 0 0,-12-55 0,0 5 0,10 56 0,1 8 0,-1-52 0,7 83-227,-1-1-1,-1 0 1,0 1-1,0-1 1,-3-11-1,0 8-6598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28:31.4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1 24575,'0'28'0,"-1"0"0,-1 0 0,-2 0 0,0 0 0,-9 27 0,2-16 0,-7 56 0,21-102 0,1 0 0,0 0 0,0 0 0,1 1 0,0-1 0,0 1 0,0 0 0,13-10 0,15-18 0,-26 24 0,4-4 0,1 0 0,0 1 0,18-16 0,-28 27 0,0 0 0,0 0 0,1 0 0,-1 1 0,0-1 0,1 1 0,0-1 0,-1 1 0,1 0 0,0 0 0,-1 0 0,1 0 0,0 0 0,0 1 0,0-1 0,0 1 0,0 0 0,0 0 0,0 0 0,0 0 0,0 0 0,0 1 0,-1-1 0,1 1 0,0 0 0,0 0 0,0 0 0,2 2 0,-2-2 0,-1 1 0,0 1 0,1-1 0,-1 0 0,0 1 0,0-1 0,0 1 0,-1-1 0,1 1 0,0 0 0,-1 0 0,0 0 0,0 0 0,0 0 0,0 0 0,0 0 0,-1 0 0,1 0 0,-1 0 0,0 1 0,0 4 0,-1 8 0,0-1 0,-2 1 0,-4 19 0,-1 5 0,8-40 0,-2 9 0,1 0 0,1-1 0,-1 1 0,2-1 0,-1 1 0,2 9 0,-1-16 0,-1 0 0,1-1 0,0 1 0,0 0 0,0 0 0,0 0 0,0 0 0,0-1 0,0 1 0,0 0 0,1-1 0,-1 1 0,1-1 0,-1 0 0,1 1 0,0-1 0,-1 0 0,1 0 0,0 0 0,0 0 0,0 0 0,0-1 0,0 1 0,0 0 0,0-1 0,0 0 0,0 1 0,0-1 0,0 0 0,3 0 0,4 0-195,1 0 0,0-1 0,-1 0 0,1-1 0,-1 0 0,13-5 0,-10 4-6631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28:32.6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72 1 24575,'-1'22'0,"-1"0"0,-2 0 0,-8 33 0,-6 36 0,13-43 0,-6 98 0,-7-5 0,18 88-1365,0-214-5461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28:39.2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24140,'18'688'0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28:43.3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24575,'3'0'0,"1"3"0,0 4 0,-1 4 0,-1 3 0,-1 2 0,0 1 0,-1 1 0,0 0 0,0 1 0,0-1 0,0 0 0,-1 0 0,1-3-8191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29:19.2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24575,'2'0'0,"0"0"0,-1 1 0,1 0 0,0-1 0,0 1 0,-1 0 0,1 0 0,0 0 0,-1 0 0,1 0 0,-1 0 0,1 1 0,-1-1 0,0 0 0,1 1 0,0 1 0,23 32 0,-12-16 0,15 18 0,27 50 0,18 24 0,-8-33 0,-35-43 0,-1 1 0,30 51 0,-40-51 0,-2 1 0,-1 0 0,19 72 0,-10-53 0,-20-47 0,0 0 0,-1 0 0,0 0 0,5 16 0,-15-33 0,0 0 0,0 0 0,0 1 0,-1 0 0,0 0 0,0 1 0,-1 0 0,0 0 0,0 1 0,-14-8 0,-13-4 0,21 9 0,-1 1 0,0 0 0,0 1 0,-28-7 0,35 11 0,-1-1 0,0 0 0,1-1 0,-11-5 0,-30-11 0,114 45 0,5-15 0,-58-10 0,0 1 0,0 0 0,0 2 0,0-1 0,15 6 0,-15-1 0,1 0 0,-1 1 0,0 0 0,10 10 0,21 15 0,0 0 0,-43-33 0,1 0 0,-1 0 0,1-1 0,-1 1 0,1 0 0,-1 0 0,1 0 0,-1-1 0,0 1 0,1 0 0,-1-1 0,1 1 0,-1 0 0,0-1 0,1 1 0,-1-1 0,0 1 0,1 0 0,-1-1 0,0 1 0,0-1 0,1 1 0,-1-1 0,0 1 0,0-1 0,0 1 0,0-1 0,1 1 0,-1-1 0,0 1 0,0-1 0,0 1 0,0-1 0,0 0 0,-1 1 0,1-1 0,0 1 0,0-1 0,0-28 0,0 26 0,-2-319-1365,2 307-5461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29:09.7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 17 24575,'68'-17'0,"-64"17"0,0 1 0,0 0 0,0 0 0,0 0 0,0 0 0,0 0 0,-1 1 0,1-1 0,0 1 0,-1 0 0,0 0 0,1 1 0,-1-1 0,0 1 0,0-1 0,0 1 0,0 0 0,-1 0 0,1 1 0,-1-1 0,0 0 0,0 1 0,0-1 0,0 1 0,-1 0 0,3 7 0,-3-8 0,0 1 0,0-1 0,0 1 0,-1 0 0,1-1 0,-1 1 0,0 0 0,0 0 0,0-1 0,-1 1 0,1 0 0,-1-1 0,0 1 0,0 0 0,0-1 0,-1 1 0,1-1 0,-1 0 0,0 1 0,0-1 0,0 0 0,0 0 0,0 0 0,-1 0 0,1-1 0,-1 1 0,0-1 0,-5 5 0,-108 54 0,116-61 0,-1 0 0,0 0 0,1 1 0,-1-1 0,1 0 0,-1 1 0,1-1 0,0 0 0,-1 1 0,1-1 0,-1 1 0,1-1 0,-1 1 0,1-1 0,0 1 0,0-1 0,-1 1 0,1-1 0,0 1 0,0-1 0,-1 1 0,1-1 0,0 1 0,0 0 0,0-1 0,0 1 0,0-1 0,0 1 0,0 0 0,0-1 0,0 1 0,0-1 0,0 2 0,15 18 0,27 10 0,-42-30 0,4 3 0,0-1 0,0 1 0,-1-1 0,1 1 0,-1 0 0,1 0 0,-1 1 0,0-1 0,-1 1 0,1-1 0,-1 1 0,1 0 0,-1 0 0,0 0 0,0 0 0,-1 1 0,1-1 0,-1 0 0,0 1 0,0-1 0,-1 1 0,1-1 0,-1 1 0,0-1 0,0 1 0,-1-1 0,1 1 0,-1-1 0,0 1 0,0-1 0,0 1 0,-1-1 0,0 0 0,0 0 0,0 0 0,0 0 0,0 0 0,-1 0 0,0-1 0,0 1 0,-4 4 0,-1-1 0,0 0 0,0 0 0,-1-1 0,0 0 0,0-1 0,-1 0 0,-14 6 0,-9 5 0,23-9-1365,1 0-5461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29:10.8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1 160 24575,'9'0'0,"0"-1"0,1-1 0,-1 0 0,0 0 0,0 0 0,0-1 0,0-1 0,-1 0 0,1 0 0,14-10 0,-3 0 0,0-1 0,-2 0 0,19-20 0,-23 19 0,-12 13 0,1 0 0,-1 0 0,1 0 0,0 0 0,0 1 0,0-1 0,0 1 0,4-2 0,-7 4 0,0 0 0,1-1 0,-1 1 0,1 0 0,-1 0 0,0 0 0,1 0 0,-1 0 0,0 0 0,1 0 0,-1 1 0,0-1 0,1 0 0,-1 0 0,0 0 0,1 0 0,-1 0 0,0 0 0,0 1 0,1-1 0,-1 0 0,0 0 0,1 0 0,-1 1 0,0-1 0,0 0 0,1 0 0,-1 1 0,0-1 0,0 0 0,0 1 0,0-1 0,1 1 0,4 26 0,-4 34 0,-3 1 0,-13 85 0,-3-20 0,4-19-1365,11-96-5461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28:36.1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1 148 24575,'9'-2'0,"1"-2"0,-1 1 0,0-1 0,0-1 0,0 1 0,0-2 0,-1 1 0,0-1 0,14-13 0,15-18 0,14-12 0,-51 49 0,0 0 0,0-1 0,1 1 0,-1 0 0,1-1 0,-1 1 0,0 0 0,1 0 0,-1-1 0,1 1 0,-1 0 0,0 0 0,1 0 0,-1 0 0,1 0 0,-1-1 0,1 1 0,-1 0 0,1 0 0,-1 0 0,1 0 0,-1 0 0,0 1 0,1-1 0,-1 0 0,1 0 0,-1 0 0,1 0 0,-1 0 0,0 1 0,1-1 0,-1 0 0,1 0 0,-1 0 0,0 1 0,1-1 0,-1 1 0,7 20 0,-9 25 0,-6-20 37,-2 1-1,-13 27 1,12-31-529,1 0 1,-13 46-1,21-56-6334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28:37.0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73 1 24575,'2'4'0,"1"0"0,-1 0 0,0 1 0,0-1 0,0 1 0,0-1 0,-1 1 0,0-1 0,0 1 0,0 0 0,-1 0 0,1 9 0,-4 60 0,-33 138 0,18-71 0,16-130 0,0 0 0,-1 1 0,-7 18 0,6-20 0,1-1 0,0 1 0,0 0 0,1 0 0,-1 17 0,4 62-1365,-1-74-5461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28:38.0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53 24575,'0'-2'0,"1"0"0,0 0 0,0 0 0,0 0 0,0 0 0,0 0 0,0 1 0,0-1 0,0 0 0,1 1 0,-1-1 0,1 1 0,-1-1 0,1 1 0,-1 0 0,1 0 0,0-1 0,0 1 0,0 0 0,0 1 0,-1-1 0,5-1 0,46-13 0,-49 14 0,1 0 0,0 1 0,0-1 0,-1 1 0,1 0 0,0 0 0,0 0 0,0 1 0,-1-1 0,1 1 0,0 0 0,-1 0 0,1 0 0,-1 1 0,1-1 0,-1 1 0,1 0 0,-1 0 0,0 0 0,0 0 0,3 3 0,-3-1 0,0 1 0,0-1 0,0 1 0,-1-1 0,1 1 0,-1 0 0,0 0 0,-1 0 0,1 0 0,-1 0 0,0 0 0,0 0 0,-1 0 0,0 11 0,1 1 0,-2 0 0,0 0 0,-1 0 0,-7 31 0,6-39 0,0 0 0,0-1 0,-1 1 0,0-1 0,-1 0 0,1 0 0,-2 0 0,1-1 0,-1 0 0,-10 10 0,-136 109 0,152-126 0,-1 0 0,1 0 0,0 0 0,0 0 0,0 0 0,-1 0 0,1 0 0,0 0 0,0 0 0,0 1 0,-1-1 0,1 0 0,0 0 0,0 0 0,0 0 0,0 0 0,0 1 0,0-1 0,-1 0 0,1 0 0,0 0 0,0 0 0,0 1 0,0-1 0,0 0 0,0 0 0,0 0 0,0 1 0,0-1 0,0 0 0,0 0 0,0 0 0,0 1 0,0-1 0,0 0 0,0 0 0,0 0 0,0 1 0,0-1 0,0 0 0,0 0 0,0 0 0,0 1 0,0-1 0,0 0 0,1 0 0,-1 0 0,0 0 0,0 1 0,0-1 0,0 0 0,0 0 0,1 0 0,-1 0 0,0 0 0,0 0 0,0 1 0,0-1 0,1 0 0,20 4 0,33-4 0,-50 0 0,40 0-100,-26 1-81,1-1 1,0-1-1,0 0 0,0-2 0,0 0 1,22-7-1,-26 4-6645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29:04.5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9 24575,'0'0'0,"-1"-1"0,1 1 0,0 0 0,0-1 0,0 1 0,0 0 0,0-1 0,1 1 0,-1 0 0,0 0 0,0-1 0,0 1 0,0 0 0,0-1 0,0 1 0,0 0 0,1 0 0,-1-1 0,0 1 0,0 0 0,0 0 0,1-1 0,-1 1 0,0 0 0,0 0 0,1-1 0,-1 1 0,0 0 0,0 0 0,1 0 0,-1 0 0,0 0 0,0 0 0,1-1 0,-1 1 0,0 0 0,1 0 0,-1 0 0,0 0 0,1 0 0,-1 0 0,18 7 0,12 15 0,-22-14 0,-1 2 0,1-1 0,-2 1 0,1 0 0,-1 1 0,-1 0 0,0 0 0,0 0 0,5 21 0,-9-26 0,0-1 0,-1 1 0,1 0 0,-1-1 0,0 1 0,-1-1 0,1 1 0,-1 0 0,-1-1 0,1 1 0,0-1 0,-1 0 0,0 0 0,-1 1 0,1-1 0,-1 0 0,0-1 0,0 1 0,0 0 0,-1-1 0,0 0 0,-8 8 0,-76 75 0,88-87 0,-1 0 0,1 0 0,0 0 0,0 0 0,0 0 0,-1 0 0,1 0 0,0 1 0,0-1 0,0 0 0,0 0 0,-1 0 0,1 0 0,0 0 0,0 1 0,0-1 0,0 0 0,0 0 0,-1 0 0,1 1 0,0-1 0,0 0 0,0 0 0,0 0 0,0 1 0,0-1 0,0 0 0,0 0 0,0 0 0,0 1 0,0-1 0,0 0 0,0 0 0,0 1 0,0-1 0,0 0 0,0 0 0,0 0 0,0 1 0,0-1 0,0 0 0,0 0 0,1 0 0,-1 1 0,0-1 0,0 0 0,0 0 0,0 0 0,0 0 0,1 1 0,-1-1 0,0 0 0,0 0 0,0 0 0,1 0 0,19 5 0,33-5 0,-48 0 0,51-1-1365,-40 1-5461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29:05.8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198 27 24575,'0'-1'0,"-1"0"0,1-1 0,-1 1 0,1 0 0,-1 0 0,1-1 0,-1 1 0,0 0 0,1 0 0,-1 0 0,0 0 0,0 0 0,0 0 0,0 0 0,0 0 0,0 0 0,0 0 0,0 1 0,-1-1 0,1 0 0,0 1 0,0-1 0,0 1 0,-1-1 0,1 1 0,0 0 0,-1 0 0,1-1 0,0 1 0,-2 0 0,-2-1 0,0 1 0,0-1 0,0 1 0,0 0 0,0 1 0,-9 1 0,10-1 0,1 0 0,0 1 0,0-1 0,0 1 0,0 0 0,0 0 0,0 0 0,0 0 0,1 1 0,-1-1 0,1 1 0,0-1 0,0 1 0,-3 4 0,-23 50 0,12-23 0,10-22 0,1 0 0,0 1 0,1-1 0,0 1 0,1 0 0,1 0 0,-2 22 0,2-3 0,2 0 0,4 32 0,-4-62 0,1 0 0,-1 0 0,0-1 0,1 1 0,-1 0 0,1-1 0,-1 1 0,1 0 0,0-1 0,-1 1 0,1-1 0,0 1 0,0-1 0,0 0 0,1 1 0,-1-1 0,0 0 0,0 0 0,1 1 0,-1-1 0,0 0 0,3 1 0,-1-1 0,0 0 0,0 0 0,1 0 0,-1 0 0,0-1 0,0 1 0,1-1 0,-1 0 0,0 0 0,1 0 0,3-1 0,0 0 0,0 0 0,0-1 0,-1 0 0,1 0 0,0 0 0,-1-1 0,0 0 0,1 0 0,-1-1 0,10-8 0,-4-2 0,0-1 0,-1 0 0,-1-1 0,0-1 0,-2 1 0,0-2 0,0 1 0,6-26 0,-11 31-91,-1 1 0,0 0 0,-1-1 0,-1 1 0,1-1 0,-2 0 0,0 1 0,0-1 0,-1 1 0,0 0 0,-1 0 0,-1-1 0,1 2 0,-7-12 0,6 12-6735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29:55.0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24575,'707'0'0,"-695"1"0,0 1 0,0 0 0,0 0 0,0 2 0,-1-1 0,1 1 0,10 6 0,50 15 0,-20-13 0,-1 1 0,78 33 0,62 42 0,-93-28 0,-38 4 0,-44-51 0,-1 1 0,21 24 0,-22-22 0,8 7 0,-6-8 0,-1 1 0,-1 0 0,0 1 0,-1 1 0,-1 0 0,-1 0 0,11 23 0,-25-43 0,0-1 0,0 0 0,0 0 0,-1 1 0,1 0 0,-1 0 0,1 0 0,-1 0 0,0 0 0,-4-1 0,-6-3 0,-8-6 0,-1 1 0,0 1 0,-1 1 0,0 1 0,0 1 0,-1 1 0,-45-4 0,69 10 0,1-1 0,0 1 0,-1 0 0,1 0 0,-1 0 0,1 0 0,-1 0 0,1 0 0,-1 0 0,1 0 0,-1 0 0,1 0 0,-1 0 0,1 0 0,-1 0 0,1 0 0,-1 0 0,1 0 0,-1 0 0,1 1 0,-1-1 0,1 0 0,-1 0 0,1 1 0,0-1 0,-1 0 0,1 0 0,-1 1 0,1-1 0,0 1 0,-1-1 0,1 0 0,0 1 0,0-1 0,-1 1 0,1 0 0,11 15 0,29 13 0,-20-21 0,1 0 0,0-2 0,0 0 0,0-2 0,1 0 0,33 1 0,1 2 0,-55-7 0,-1 0 0,1 0 0,0 1 0,-1-1 0,1 0 0,0 0 0,-1 0 0,1 0 0,0 0 0,-1 0 0,1 0 0,0 0 0,-1-1 0,1 1 0,0 0 0,-1 0 0,1 0 0,0-1 0,-1 1 0,1 0 0,0-1 0,-1 1 0,1 0 0,-1-1 0,1 1 0,-1-1 0,1 1 0,-1-1 0,1 1 0,-1-1 0,0 0 0,1 1 0,-1-1 0,1 0 0,-1-2 0,0 1 0,0 0 0,0 0 0,0 0 0,0-1 0,0 1 0,-1 0 0,1 0 0,-1 0 0,0 0 0,-1-3 0,-27-49 0,17 33 7,1 1 0,0-1 0,2-1 0,1 0 0,-7-28 0,-9-23-1414,20 62-5419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29:57.7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1 109 24575,'0'-4'0,"1"0"0,0-1 0,0 1 0,1 0 0,-1 0 0,1 0 0,-1 0 0,1 1 0,1-1 0,-1 0 0,0 1 0,1-1 0,0 1 0,-1 0 0,1 0 0,1 0 0,-1 0 0,0 1 0,1-1 0,-1 1 0,1 0 0,5-2 0,0-1 0,0 1 0,0 0 0,0 1 0,0 0 0,1 0 0,-1 1 0,1 0 0,16-1 0,-22 3 0,0 0 0,1 0 0,-1 0 0,1 0 0,-1 1 0,0 0 0,0 0 0,1 0 0,-1 0 0,0 0 0,0 1 0,0 0 0,0 0 0,-1 0 0,5 3 0,-5-2 0,-1 0 0,0 1 0,0-1 0,0 0 0,0 1 0,-1-1 0,1 1 0,-1 0 0,0 0 0,0-1 0,0 1 0,-1 0 0,1 0 0,-1 0 0,0 0 0,0 0 0,-1 4 0,1-1 0,0 0 0,-1 0 0,0 0 0,-1-1 0,1 1 0,-1 0 0,-1 0 0,1-1 0,-1 0 0,0 1 0,-1-1 0,1 0 0,-1-1 0,0 1 0,-1-1 0,1 1 0,-1-1 0,0 0 0,-12 7 0,17-11 0,-1-1 0,0 1 0,0-1 0,0 1 0,0-1 0,1 1 0,-1-1 0,0 1 0,0 0 0,1 0 0,-1-1 0,1 1 0,-1 0 0,0 0 0,1 0 0,-1-1 0,1 1 0,0 0 0,-1 0 0,1 0 0,0 0 0,0 0 0,-1 0 0,1 0 0,0 0 0,0 0 0,0 0 0,0 0 0,0 0 0,0 0 0,1 0 0,-1 0 0,0 0 0,0 0 0,1-1 0,-1 1 0,1 0 0,0 1 0,2 1 0,1-1 0,0 0 0,-1 1 0,1-2 0,0 1 0,0 0 0,8 1 0,-9-2 0,0-1 0,1 1 0,-1 0 0,0 0 0,0 1 0,1-1 0,-1 1 0,0 0 0,0-1 0,-1 1 0,1 0 0,0 1 0,-1-1 0,1 0 0,-1 1 0,0 0 0,3 3 0,-3 1-49,0 1 1,-1-1-1,0 1 0,-1 0 0,1-1 1,-1 1-1,-1 0 0,1-1 0,-2 1 1,1-1-1,-1 1 0,0-1 0,0 1 1,-1-1-1,0 0 0,0 0 0,-1-1 1,0 1-1,0 0 0,0-1 0,-1 0 1,0 0-1,0-1 0,-1 1 0,1-1 0,-1 0 1,-13 8-1,9-7-6777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29:58.8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0 257 24575,'4'-3'0,"0"-1"0,0 0 0,-1 1 0,1-1 0,-1-1 0,0 1 0,0 0 0,0-1 0,-1 1 0,4-10 0,82-160 0,-88 172 0,1 0 0,0 0 0,0 1 0,-1-1 0,2 0 0,-1 0 0,0 1 0,0-1 0,0 0 0,1 1 0,-1 0 0,1-1 0,-1 1 0,1 0 0,1-2 0,-2 3 0,0 0 0,0-1 0,0 1 0,0 0 0,-1 0 0,1 0 0,0 0 0,0 0 0,0 0 0,0 0 0,0 0 0,0 0 0,-1 0 0,1 1 0,0-1 0,0 0 0,0 1 0,0-1 0,-1 0 0,1 1 0,0-1 0,0 1 0,1 0 0,0 2 0,1 0 0,-1 0 0,0 0 0,1 0 0,-1 0 0,-1 0 0,1 1 0,0-1 0,-1 1 0,0-1 0,0 1 0,0 0 0,0-1 0,0 7 0,1 28 0,-3 48 0,-1-47 0,4 46 0,1-64 24,1 0-1,2-1 0,9 26 1,3 11-1483,-15-45-5367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30:05.9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0 287 24575,'1'-3'0,"-1"-1"0,1 1 0,0-1 0,0 1 0,0 0 0,0-1 0,1 1 0,-1 0 0,1 0 0,0 0 0,0 0 0,0 0 0,0 0 0,0 1 0,1-1 0,-1 1 0,1-1 0,5-3 0,9-5 0,0 0 0,23-11 0,1-1 0,-13 7 0,1 1 0,0 1 0,1 1 0,42-11 0,-9 2 0,-19 5 0,-30 10 0,-1 2 0,1 0 0,-1 0 0,1 2 0,1 0 0,20-3 0,51 3 0,93 7 0,-175-3 0,1 0 0,0 0 0,0 0 0,-1 1 0,1 0 0,0 0 0,-1 0 0,0 0 0,0 1 0,1-1 0,-1 1 0,-1 0 0,1 0 0,0 1 0,3 3 0,5 9 0,1 0 0,14 27 0,-18-28 0,0 0 0,20 23 0,-12-19 0,-1 2 0,23 37 0,-25-36 0,0 0 0,28 30 0,-26-35 0,-2 1 0,0 0 0,22 40 0,-35-58 0,0 1 0,-1 0 0,1-1 0,-1 1 0,1 0 0,-1-1 0,1 1 0,-1 0 0,0 0 0,1 0 0,-1-1 0,0 1 0,1 0 0,-1 0 0,0 0 0,0 0 0,0-1 0,0 1 0,0 0 0,0 0 0,0 0 0,0 0 0,0 0 0,0-1 0,-1 1 0,1 0 0,0 0 0,-1 0 0,1 0 0,0-1 0,-1 1 0,1 0 0,-2 1 0,0-2 0,0 0 0,1 1 0,-1-1 0,0 0 0,0 0 0,0-1 0,0 1 0,0 0 0,0 0 0,0-1 0,0 0 0,1 1 0,-4-2 0,-61-33 0,17 6 0,33 21 0,1-2 0,-1 0 0,2 0 0,-19-18 0,20 20 0,13 17 0,12 20 0,-6-21 0,0-1 0,1 0 0,0 0 0,0-1 0,1 0 0,-1 0 0,1-1 0,0 0 0,1 0 0,-1-1 0,12 5 0,6-1 0,1-1 0,43 7 0,-66-14 0,-2 0 0,-1 0 0,0 0 0,0 0 0,0 0 0,0 0 0,0-1 0,0 1 0,0-1 0,0 1 0,0 0 0,0-1 0,0 0 0,0 1 0,0-1 0,0 0 0,0 1 0,-1-1 0,1 0 0,0 0 0,0 1 0,-1-1 0,1 0 0,-1 0 0,1 0 0,-1 0 0,1 0 0,-1 0 0,1 0 0,-1 0 0,0 0 0,0 0 0,1-1 0,-1 1 0,0 0 0,0 0 0,0 0 0,0 0 0,0 0 0,-1-1 0,-1-59 0,1 44 0,0-267-1365,1 269-5461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30:07.0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24575,'0'760'0,"0"-1345"-1365,0 570-5461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30:26.0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54 24575,'0'-2'0,"1"-1"0,0 1 0,0 0 0,0 0 0,0 1 0,0-1 0,1 0 0,-1 0 0,1 1 0,-1-1 0,1 0 0,-1 1 0,1 0 0,0-1 0,0 1 0,0 0 0,0 0 0,0 0 0,0 0 0,0 0 0,0 0 0,2 0 0,50-15 0,-49 15 0,1 1 0,-1-1 0,0 1 0,1 0 0,-1 0 0,1 0 0,-1 1 0,0-1 0,1 2 0,-1-1 0,0 0 0,0 1 0,6 3 0,-9-4 0,0 0 0,0 1 0,0 0 0,0-1 0,0 1 0,-1 0 0,1 0 0,-1 0 0,1 0 0,-1 0 0,0 1 0,0-1 0,0 0 0,0 1 0,0-1 0,0 0 0,-1 1 0,1-1 0,-1 1 0,1-1 0,-1 1 0,0-1 0,0 1 0,0-1 0,-1 1 0,1-1 0,0 1 0,-1-1 0,0 1 0,-1 2 0,-1 2 0,0 0 0,0 0 0,-1-1 0,0 1 0,0-1 0,-1 0 0,1 0 0,-1 0 0,-11 8 0,-3 7 0,19-20 0,0 0 0,0 1 0,0-1 0,0 1 0,1-1 0,-1 0 0,0 1 0,1-1 0,-1 0 0,1 0 0,-1 1 0,1-1 0,0 0 0,-1 0 0,1 0 0,0 0 0,0 0 0,0 0 0,0 0 0,0 0 0,0 0 0,1 1 0,17 24 0,-18-22 6,0 0 0,0 0 0,0 1 0,-1-1 0,1 0 0,-1 0 0,0 0 0,0 1 0,-1-1 0,1 0 0,-1 0 0,0 0 0,0 0 0,0 0 0,-1 0 0,1 0 0,-1 0 0,0 0 0,-5 6 0,3-5-130,-1-1 0,0 1 1,0-1-1,-1 0 0,1 0 0,-1-1 1,0 1-1,0-1 0,0 0 0,0-1 1,-12 3-1,6-1-6702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30:27.2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57 24575,'1'-2'0,"-1"1"0,0-1 0,1 1 0,-1-1 0,1 1 0,-1 0 0,1-1 0,0 1 0,-1 0 0,1 0 0,0 0 0,0-1 0,0 1 0,0 0 0,0 0 0,0 0 0,0 0 0,1 0 0,-1 1 0,0-1 0,0 0 0,1 1 0,-1-1 0,0 0 0,1 1 0,1-1 0,48-10 0,-31 7 0,-7 1 0,1 0 0,-1 0 0,1 2 0,0-1 0,19 2 0,-30 0 0,0 0 0,-1 0 0,1 0 0,0 1 0,0-1 0,-1 1 0,1-1 0,0 1 0,-1 0 0,1 0 0,-1 0 0,1 0 0,-1 1 0,1-1 0,-1 1 0,0 0 0,0-1 0,0 1 0,0 0 0,0 0 0,0 0 0,0 0 0,-1 1 0,1-1 0,-1 0 0,0 1 0,1-1 0,-1 1 0,0-1 0,-1 1 0,1 0 0,1 4 0,-1 2 0,0 0 0,-1 0 0,0 0 0,-1 0 0,1 0 0,-4 13 0,3-18 0,-1 0 0,1 0 0,-1 0 0,0 0 0,0 0 0,-1-1 0,1 1 0,-1-1 0,1 1 0,-1-1 0,0 0 0,0 0 0,-1 0 0,1-1 0,-5 4 0,3-3 0,0 0 0,1 1 0,-1 0 0,1 0 0,-1 0 0,1 0 0,0 1 0,-5 8 0,8-12 0,1 0 0,0 0 0,-1-1 0,1 1 0,0 0 0,-1 0 0,1-1 0,0 1 0,0 0 0,0 0 0,0 0 0,0 0 0,0-1 0,0 1 0,0 0 0,0 0 0,0 0 0,1-1 0,-1 1 0,0 0 0,0 0 0,1-1 0,-1 1 0,1 0 0,0 1 0,1-1 0,-1 1 0,1-1 0,0 0 0,0 0 0,0 0 0,0 0 0,1 0 0,-1 0 0,0 0 0,0-1 0,0 1 0,1-1 0,-1 0 0,3 0 0,11 2-1365,0-2-5461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30:31.3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530 1 24575,'-7'-1'0,"0"1"0,1 1 0,-1-1 0,0 1 0,0 0 0,0 1 0,1-1 0,-1 1 0,1 1 0,-1-1 0,1 1 0,0 0 0,0 1 0,0 0 0,0-1 0,1 2 0,0-1 0,-1 1 0,2 0 0,-1 0 0,0 0 0,1 0 0,0 1 0,-3 6 0,-95 151 0,78-122 0,1 1 0,-20 53 0,13-26 0,6-17 0,4-11 0,1 0 0,-17 64 0,35-101 0,-49 168 0,43-142-1365,5-16-5461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30:32.6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24575,'1'9'0,"1"1"0,1-1 0,0-1 0,0 1 0,0 0 0,1-1 0,1 1 0,-1-1 0,2-1 0,-1 1 0,1-1 0,7 8 0,28 47 0,-15-7 0,-2 2 0,-3 1 0,-2 0 0,18 102 0,-31-97 0,-6 123 0,-3-75 0,2-73 0,-1 0 0,-9 42 0,9-64-113,1-8-66,0 0 0,-1 0 1,0 0-1,0 0 0,-1 0 0,-5 11 0,2-10-6647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38:37.5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19 24575,'1'-1'0,"-1"0"0,1 0 0,-1 0 0,1 1 0,0-1 0,-1 0 0,1 0 0,0 0 0,-1 1 0,1-1 0,0 0 0,0 0 0,0 1 0,0-1 0,0 1 0,0-1 0,0 1 0,0 0 0,0-1 0,0 1 0,0 0 0,0-1 0,0 1 0,0 0 0,0 0 0,0 0 0,2 0 0,35-2 0,-33 2 0,71-1 0,0 3 0,150 26 0,-172-22 0,1-2 0,105-5 0,-51-2 0,93-6 0,11 0 0,-110 9 0,487 25 0,-512-16 0,180 27 0,694 166 0,-535-113 0,237 61 0,-222-9 0,-426-138 0,125 46 0,154 81 0,44 57 0,-246-130 0,-57-37 0,2-1 0,42 22 0,-43-26 0,-2 1 0,0 1 0,31 28 0,-16-13 0,19 18 0,89 99 0,-119-114 0,-2 2 0,36 63 0,-47-73 0,222 410 0,-165-278 0,16 64 0,-2-5 0,-60-157 0,34 112 0,-25-96 0,-50-109 0,-34-55 0,-2-2 0,-22-44 0,27 72 0,24 35 0,14 21 0,11 19 0,14 22 0,-6-18 0,0 1 0,-1 0 0,10 26 0,-12-24 0,2-1 0,23 37 0,2-11 0,59 58 0,8-2 0,-102-102 0,-1 0 0,0 1 0,0-1 0,0 0 0,1 1 0,-1-1 0,0 0 0,0 1 0,0-1 0,1 0 0,-1 0 0,0 1 0,1-1 0,-1 0 0,0 0 0,1 1 0,-1-1 0,0 0 0,1 0 0,-1 0 0,0 0 0,1 1 0,-1-1 0,1 0 0,-1 0 0,0 0 0,1 0 0,-1 0 0,1 0 0,-1 0 0,0 0 0,1 0 0,-1 0 0,1-1 0,1-13 0,-11-33 0,7 39 0,-52-204 0,34 39 0,17 136 0,-14-86-1365,17 108-5461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38:38.6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 1 24575,'-1'9'0,"0"-1"0,-1 1 0,0-1 0,0 0 0,-1 1 0,-4 7 0,4-6 0,-1 0 0,1-1 0,0 1 0,-1 12 0,-10 123 0,7-66 0,7 132 0,3-85 0,-3 208-1365,0-319-5461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38:39.7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 1 24575,'1'105'0,"-3"109"0,-16-92 0,2-15 0,9-71 0,1 1 0,0 49 0,5-68 0,-1 0 0,0 0 0,-10 33 0,7-33 0,0 0 0,2 0 0,-2 33 0,6 232-1365,-1-268-5461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42:03.8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159 606 24575,'-2'8'0,"0"1"0,-1-1 0,1 0 0,-8 15 0,4-11 0,-15 49 0,3 0 0,-18 104 0,27-119 0,-12 36 0,14-59 0,1 1 0,1 0 0,1 0 0,1 0 0,0 27 0,3-49 0,0 0 0,1 0 0,0 0 0,-1 0 0,1 0 0,0 0 0,0 0 0,0 0 0,0 0 0,1-1 0,-1 1 0,0 0 0,1-1 0,-1 1 0,1-1 0,0 0 0,-1 1 0,1-1 0,0 0 0,0 0 0,0 0 0,0 0 0,0 0 0,0-1 0,0 1 0,0-1 0,0 1 0,3-1 0,11 4 0,1-2 0,29 2 0,-18-2 0,79 9 0,107-4 0,209 11 0,2642-19-603,-2328 20 603,1968-20 603,-2410 19-603,2 1 0,79 13 0,-286-21 0,72 3 0,76 12 0,-15 5 0,-12-2 0,-129-18 0,126 0 0,-60-5 0,249-3 0,-55-2 0,-218 8 0,61 0 0,-129-6 0,0 3 0,63 13 0,35 5 0,9 2 0,-83-12 0,84 19 0,-136-27 0,-23-5 0,0 0 0,0 0 0,0 0 0,0 0 0,0-1 0,9 0 0,-12 0 0,-1 0 0,1-1 0,-1 1 0,1-1 0,-1 1 0,1-1 0,-1 0 0,0 0 0,1 0 0,-1 0 0,0 0 0,0 0 0,0 0 0,0 0 0,0 0 0,0 0 0,0 0 0,0-1 0,0 1 0,0 0 0,-1-1 0,1 1 0,-1-1 0,1 1 0,-1-1 0,1-2 0,4-22 0,-2 1 0,-1-1 0,-1 0 0,-1 0 0,-4-30 0,1-16 0,31-325 0,-4 132 0,12-48 0,-15 161 0,15-72 0,-16 143-1365,-15 70-5461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42:06.0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24575,'53'16'0,"-48"-15"0,1-1 0,0 1 0,-1 0 0,1 1 0,-1-1 0,0 1 0,1 0 0,-1 1 0,0-1 0,0 1 0,0 0 0,-1 0 0,1 1 0,-1-1 0,0 1 0,0 0 0,0 0 0,0 0 0,-1 1 0,1-1 0,2 7 0,-2-2 0,0 0 0,-1 0 0,-1 0 0,1 0 0,-1 0 0,-1 1 0,0-1 0,0 1 0,-1-1 0,0 1 0,-3 17 0,0-19 0,-1 1 0,-1-1 0,1 0 0,-2 0 0,1 0 0,-1-1 0,0 0 0,0 0 0,-1 0 0,-10 7 0,8-6 0,0-1 0,1 1 0,-1 1 0,2 0 0,-1 0 0,1 1 0,1-1 0,-10 19 0,16-28 0,0 1 0,0-1 0,-1 1 0,1-1 0,0 1 0,0-1 0,0 1 0,0 0 0,0-1 0,0 1 0,0-1 0,0 1 0,0-1 0,0 1 0,0 0 0,0-1 0,0 1 0,1-1 0,-1 1 0,0-1 0,0 1 0,0-1 0,1 1 0,-1-1 0,0 1 0,1-1 0,-1 1 0,1-1 0,-1 1 0,0-1 0,1 1 0,22 7 0,35-8 0,-50 0 0,2-1-195,1 0 0,-1 0 0,0-1 0,0 0 0,0-1 0,18-8 0,-18 6-6631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42:06.7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283 56 24575,'1'-2'0,"-1"0"0,0 0 0,0 0 0,0 0 0,0 0 0,0 0 0,0 0 0,0 0 0,0 0 0,-1 0 0,1 0 0,-1 0 0,0 1 0,1-1 0,-1 0 0,0 0 0,0 1 0,0-1 0,0 0 0,-1 1 0,1-1 0,0 1 0,-1 0 0,1-1 0,-1 1 0,1 0 0,-1 0 0,1 0 0,-1 0 0,0 0 0,0 0 0,0 0 0,1 1 0,-1-1 0,-3 0 0,1 1 0,0 1 0,1-1 0,-1 1 0,0 0 0,0 0 0,1 0 0,-1 0 0,1 1 0,-1-1 0,1 1 0,0 0 0,-1 0 0,1 0 0,0 1 0,0-1 0,1 1 0,-6 5 0,4-3 0,-31 34 0,-42 59 0,68-85 0,1 1 0,0-1 0,1 2 0,1-1 0,0 0 0,1 1 0,0 0 0,2 1 0,-4 19 0,7-33 0,0 0 0,0 0 0,0 0 0,0 0 0,0 0 0,0 0 0,0 0 0,1 0 0,-1 0 0,1 0 0,-1-1 0,1 1 0,0 0 0,0 0 0,0 0 0,0 0 0,0-1 0,0 1 0,0-1 0,1 1 0,-1-1 0,3 3 0,-1-2 0,0-1 0,0 1 0,0-1 0,0 1 0,0-1 0,0 0 0,0 0 0,1-1 0,-1 1 0,0-1 0,1 1 0,5-1 0,-2-1 0,1 1 0,-1-1 0,0 0 0,0-1 0,0 1 0,0-2 0,0 1 0,0-1 0,0 0 0,0 0 0,-1-1 0,9-6 0,-7 4 9,-1-2 1,0 1-1,-1-1 0,1 0 0,-2 0 1,1-1-1,-1 0 0,0 0 0,-1 0 0,0 0 1,-1-1-1,4-15 0,-2-2-380,-2 0-1,-1-1 1,-2-37 0,0 49-6455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42:07.3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89 1 24575,'0'38'0,"-2"0"0,-1 1 0,-2-1 0,-2-1 0,-15 50 0,-7 41 0,22-92 0,1-2-455,2 1 0,0 55 0,5-75-6371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42:08.0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1 140 24575,'2'-6'0,"1"1"0,-1 1 0,1-1 0,0 0 0,1 1 0,-1-1 0,1 1 0,0 0 0,0 0 0,8-6 0,-4 3 0,0 0 0,1 1 0,-1 0 0,1 1 0,0 0 0,0 0 0,16-5 0,20-11 0,-43 20 0,0-1 0,1 1 0,-1 0 0,0-1 0,1 1 0,0 0 0,-1 1 0,1-1 0,0 0 0,-1 1 0,1 0 0,0 0 0,0-1 0,-1 2 0,1-1 0,0 0 0,-1 0 0,1 1 0,0 0 0,0-1 0,-1 1 0,4 2 0,-2-1 0,-1 1 0,1 0 0,-1-1 0,0 2 0,0-1 0,0 0 0,-1 0 0,1 1 0,-1 0 0,1-1 0,-1 1 0,3 8 0,0 4 0,0 0 0,-1 0 0,0 0 0,-2 1 0,0-1 0,0 23 0,-3-23 0,0-1 0,-1 1 0,-1-1 0,-1 0 0,0 0 0,-1 0 0,0-1 0,-2 0 0,1 0 0,-2 0 0,0 0 0,0-2 0,-19 23 0,17-23 0,6-8 0,0 0 0,1 1 0,-1-1 0,1 0 0,0 1 0,0 0 0,1 0 0,-1 0 0,-1 5 0,5-9 0,-1 0 0,1 0 0,-1 0 0,1 0 0,0-1 0,-1 1 0,1 0 0,0 0 0,-1 0 0,1-1 0,0 1 0,0 0 0,0-1 0,0 1 0,0-1 0,0 1 0,0-1 0,0 0 0,0 1 0,0-1 0,0 0 0,0 1 0,0-1 0,0 0 0,0 0 0,0 0 0,0 0 0,2 0 0,39 0 0,-36 0 0,2-1-124,0 1 0,0-1 0,0-1 0,0 0 0,0 0 0,0 0-1,-1-1 1,1 0 0,-1-1 0,9-4 0,-2-2-6702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42:08.7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1 306 24575,'2'-6'0,"1"0"0,0 0 0,0 0 0,1 0 0,-1 1 0,1 0 0,6-6 0,-1-1 0,134-202 0,-119 189 0,-24 25 0,1-1 0,0 1 0,0-1 0,-1 1 0,1 0 0,0-1 0,0 1 0,0 0 0,0 0 0,-1 0 0,1-1 0,0 1 0,0 0 0,0 0 0,0 0 0,0 1 0,-1-1 0,1 0 0,0 0 0,0 0 0,0 0 0,0 1 0,1 1 0,0 0 0,0 0 0,0 0 0,-1 0 0,1 0 0,-1 0 0,1 1 0,-1-1 0,0 0 0,0 1 0,0-1 0,0 1 0,-1-1 0,1 1 0,-1 0 0,1-1 0,-1 1 0,0 0 0,0 3 0,1 299 0,-3-144 0,2-126-1365,0-20-5461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42:09.8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24575,'1'1'0,"0"-1"0,0 1 0,0-1 0,0 1 0,0-1 0,-1 1 0,1 0 0,0-1 0,0 1 0,0 0 0,-1 0 0,1 0 0,0 0 0,-1-1 0,1 1 0,-1 0 0,1 0 0,-1 0 0,0 0 0,1 0 0,-1 0 0,0 0 0,0 0 0,1 0 0,-1 1 0,0-1 0,0 1 0,2 37 0,-2-35 0,2 630 78,-4-312-1521,2-307-5383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42:11.0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196 80 24575,'-2'-1'0,"0"-1"0,0 1 0,0 0 0,0-1 0,0 1 0,1-1 0,-1 0 0,0 0 0,1 0 0,0 0 0,-1 0 0,1 0 0,0 0 0,0 0 0,-2-5 0,-14-19 0,15 24 0,0 1 0,-1 0 0,1-1 0,0 1 0,0 0 0,0 0 0,-1 0 0,1 1 0,0-1 0,-1 1 0,1-1 0,-1 1 0,1 0 0,-1 0 0,1 0 0,0 0 0,-1 0 0,1 0 0,-1 1 0,-4 1 0,3-1 0,0 1 0,0 1 0,0-1 0,0 1 0,1-1 0,-1 1 0,1 0 0,-1 0 0,1 0 0,-5 7 0,1 0 0,1 0 0,0 0 0,0 1 0,1-1 0,0 1 0,1 0 0,1 1 0,-3 11 0,4-13 0,1 0 0,0 0 0,0 0 0,1 0 0,1 0 0,0 0 0,0 0 0,1 0 0,0 0 0,6 16 0,-6-23 0,-1 0 0,1 0 0,-1 0 0,1 0 0,0 0 0,0-1 0,0 1 0,0-1 0,1 0 0,-1 1 0,1-1 0,-1 0 0,1 0 0,0-1 0,0 1 0,0 0 0,0-1 0,0 0 0,0 0 0,0 0 0,0 0 0,0 0 0,1-1 0,-1 1 0,0-1 0,1 0 0,-1 0 0,0 0 0,1 0 0,-1-1 0,0 1 0,0-1 0,1 0 0,-1 0 0,4-2 0,2 0 0,-1 0 0,1 0 0,-1-1 0,0 0 0,0-1 0,0 0 0,-1 0 0,1 0 0,-1-1 0,-1 0 0,1-1 0,-1 1 0,0-1 0,-1-1 0,1 1 0,-2-1 0,1 0 0,-1 0 0,0 0 0,0 0 0,-1-1 0,0 1 0,-1-1 0,0 0 0,-1 0 0,2-12 0,-3 9-151,0 0-1,0 0 0,-1 0 0,-1 0 1,0 0-1,0 0 0,-1 0 1,-6-13-1,3 14-6674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42:12.2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1 191 24575,'6'-2'0,"-1"-1"0,1 0 0,0 0 0,-1 0 0,0-1 0,0 1 0,7-7 0,0 0 0,14-9 0,-2-1 0,0 0 0,23-28 0,-42 42 0,0 1 0,0 0 0,0 0 0,1 0 0,-1 1 0,8-5 0,-12 9 0,0-1 0,0 1 0,-1-1 0,1 1 0,0 0 0,0-1 0,0 1 0,0 0 0,0 0 0,0 0 0,0 0 0,0 0 0,0 0 0,0 0 0,0 0 0,0 0 0,0 0 0,0 1 0,0-1 0,2 1 0,-2 0 0,0 0 0,1 0 0,-1 0 0,0 1 0,0-1 0,0 0 0,0 1 0,-1-1 0,1 1 0,0-1 0,0 1 0,-1-1 0,1 1 0,-1-1 0,0 1 0,1 0 0,-1 2 0,2 19 0,-1 0 0,-1 0 0,-1 1 0,-1-1 0,-1 0 0,-1 0 0,-13 42 0,8-33 0,2 2 0,-5 58 0,12 178-1365,0-255-5461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44:44.6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2 747 24575,'-2'-104'0,"4"-112"0,35-29 0,-33 226 0,1 1 0,1 0 0,0 0 0,2 1 0,0 0 0,1 0 0,21-29 0,-30 45 0,0 0 0,1 1 0,-1-1 0,0 0 0,1 1 0,-1-1 0,1 0 0,-1 1 0,1-1 0,-1 1 0,1-1 0,-1 1 0,1-1 0,0 1 0,-1 0 0,1-1 0,0 1 0,-1-1 0,1 1 0,0 0 0,-1 0 0,1 0 0,0-1 0,0 1 0,-1 0 0,1 0 0,0 0 0,0 0 0,-1 0 0,1 0 0,0 0 0,0 0 0,-1 1 0,1-1 0,1 0 0,0 2 0,0-1 0,0 1 0,-1 0 0,1 0 0,0 0 0,-1 0 0,1 0 0,-1 0 0,0 0 0,0 0 0,2 3 0,1 5 0,0 0 0,0 1 0,-1-1 0,2 17 0,23 166 0,-24-169 0,14 98 0,-1 50 0,-15-153 0,-2-10 0,1-1 0,0 1 0,0-1 0,1 1 0,0-1 0,1 1 0,0-1 0,0 0 0,0 0 0,9 12 0,-11-20 0,-1 0 0,1 0 0,0 0 0,0-1 0,0 1 0,0 0 0,-1-1 0,1 1 0,0-1 0,0 1 0,-1-1 0,1 1 0,0-1 0,-1 1 0,1-1 0,-1 0 0,1 1 0,0-1 0,-1 0 0,0 0 0,1 1 0,-1-1 0,1 0 0,-1 0 0,0 0 0,0 1 0,1-3 0,12-24 0,99-317 0,-104 306 0,-2 0 0,-1 0 0,-2 0 0,-2-59 0,-1 80 0,0 14-104,-1 0 7,1 1 0,0-1 0,0 1 0,0-1 0,1 1 0,-1-1 0,1 1 0,-1-1 0,1 1 0,0-1 0,0 1 0,2-4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44:46.1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149 93 24575,'-1'-7'0,"1"0"0,-1-1 0,0 1 0,-1 0 0,1 0 0,-2 1 0,-4-14 0,6 19 0,1 0 0,-1-1 0,0 1 0,1 0 0,-1 0 0,0 0 0,0-1 0,0 1 0,0 0 0,0 0 0,0 0 0,0 1 0,0-1 0,0 0 0,0 0 0,0 0 0,0 1 0,-1-1 0,1 1 0,0-1 0,-1 1 0,1-1 0,0 1 0,-1 0 0,1 0 0,0 0 0,-1 0 0,1 0 0,-1 0 0,1 0 0,0 0 0,-1 0 0,1 1 0,0-1 0,-1 0 0,1 1 0,0-1 0,-1 1 0,1 0 0,0-1 0,0 1 0,0 0 0,-1 0 0,1 0 0,0-1 0,0 1 0,0 0 0,-1 3 0,-4 3 0,1 1 0,0 0 0,1 1 0,-1-1 0,2 1 0,-1 0 0,1 0 0,0 0 0,1 1 0,-2 13 0,-6 17 0,3-5 0,1 1 0,2 0 0,1 0 0,2 1 0,1-1 0,7 46 0,-7-80 0,0 1 0,1-1 0,-1 0 0,1 0 0,-1 1 0,1-1 0,0 0 0,0 0 0,0 0 0,0 0 0,1 0 0,-1 0 0,0 0 0,1 0 0,-1 0 0,1-1 0,0 1 0,0-1 0,-1 1 0,4 1 0,-1-1 0,1 0 0,-1 0 0,1 0 0,-1-1 0,1 0 0,0 0 0,-1 0 0,1 0 0,7 0 0,-1-1 0,-1-1 0,0 1 0,1-2 0,-1 1 0,0-1 0,0-1 0,0 0 0,16-7 0,-18 5 0,0 0 0,-1 0 0,0-1 0,0 0 0,0 0 0,-1 0 0,0-1 0,0 0 0,-1 0 0,0-1 0,8-15 0,4-4 0,-12 18 0,0-1 0,-1 0 0,0 0 0,0-1 0,-1 1 0,-1-1 0,0 0 0,0 1 0,0-21 0,-2-10 0,-6-48 0,4 79-42,0 0 0,-1 0 0,-1 1 1,1 0-1,-2 0 0,1 0 0,-1 0 0,0 1 0,-7-9 0,1 1-904,4 5-5880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44:47.0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1 608 24575,'0'0'0,"0"0"0,0 0 0,0 0 0,0 1 0,-1-1 0,1 0 0,0 0 0,0 0 0,0 0 0,0 0 0,0 1 0,0-1 0,0 0 0,0 0 0,0 0 0,0 0 0,0 0 0,0 1 0,0-1 0,0 0 0,0 0 0,0 0 0,0 0 0,0 1 0,0-1 0,0 0 0,1 0 0,-1 0 0,0 0 0,0 0 0,0 0 0,0 1 0,0-1 0,0 0 0,0 0 0,0 0 0,1 0 0,-1 0 0,0 0 0,0 0 0,0 0 0,0 0 0,0 1 0,1-1 0,-1 0 0,0 0 0,0 0 0,0 0 0,0 0 0,0 0 0,1 0 0,-1 0 0,0 0 0,0 0 0,0 0 0,0 0 0,0 0 0,1 0 0,-1 0 0,0-1 0,9-9 0,6-18 0,0-24 0,-4 16 0,-1 0 0,-1-1 0,-3 0 0,4-50 0,8-54 0,-17 125 0,1 0 0,1 0 0,1 1 0,0-1 0,1 1 0,12-28 0,-17 42 0,0 1 0,1-1 0,-1 1 0,0-1 0,0 1 0,0-1 0,0 1 0,1-1 0,-1 1 0,0-1 0,0 1 0,1-1 0,-1 1 0,0-1 0,1 1 0,-1 0 0,1-1 0,-1 1 0,1 0 0,-1-1 0,0 1 0,1 0 0,-1-1 0,1 1 0,0 0 0,-1 0 0,1 0 0,-1-1 0,1 1 0,-1 0 0,1 0 0,-1 0 0,1 0 0,-1 0 0,2 0 0,8 18 0,-1 28 0,-7 384 0,-4-209 0,2-218 0,0-1 0,0 1 0,0-1 0,1 1 0,0-1 0,-1 1 0,1-1 0,0 1 0,0-1 0,0 0 0,0 0 0,1 1 0,-1-1 0,1 0 0,-1 0 0,1 0 0,0-1 0,-1 1 0,1 0 0,0-1 0,0 1 0,0-1 0,1 1 0,-1-1 0,0 0 0,0 0 0,1 0 0,-1 0 0,1-1 0,-1 1 0,0-1 0,1 1 0,-1-1 0,1 0 0,0 0 0,-1 0 0,1 0 0,-1 0 0,1-1 0,-1 1 0,0-1 0,1 1 0,-1-1 0,1 0 0,-1 0 0,0 0 0,0 0 0,1-1 0,-1 1 0,3-4 0,1 0 0,0-1 0,0 0 0,-1 0 0,0-1 0,0 1 0,0-1 0,-1 0 0,0 0 0,5-16 0,22-73 0,-29 89 0,15-56-273,-2-1 0,-3 0 0,-3-1 0,1-88 0,-11 138-6553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44:47.7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0 364 24575,'29'0'0,"-1"1"0,1-2 0,31-5 0,-50 5 0,1-2 0,-1 1 0,0-1 0,0-1 0,0 0 0,0 0 0,-1-1 0,0-1 0,15-10 0,-11 6 0,0 0 0,-1-1 0,0-1 0,-1 1 0,0-2 0,14-21 0,-22 29 0,0-1 0,-1 1 0,0 0 0,0-1 0,0 0 0,-1 1 0,1-1 0,-2 0 0,1 0 0,0 0 0,-1 1 0,0-1 0,-1 0 0,1 0 0,-1 0 0,0 0 0,0 1 0,-1-1 0,0 0 0,0 1 0,0-1 0,-3-4 0,0 0 0,-1 1 0,1 0 0,-1 0 0,-11-11 0,16 19 0,1-1 0,-1 1 0,0 0 0,0 0 0,0 0 0,0 0 0,0 0 0,0 0 0,0 0 0,-1 0 0,1 1 0,0-1 0,0 0 0,-1 1 0,1-1 0,0 1 0,-1-1 0,1 1 0,-1 0 0,1-1 0,0 1 0,-1 0 0,1 0 0,-1 0 0,1 0 0,-1 0 0,1 1 0,0-1 0,-1 0 0,1 1 0,-1-1 0,1 1 0,0-1 0,-1 1 0,1-1 0,0 1 0,0 0 0,0 0 0,-1 0 0,1 0 0,0 0 0,-1 1 0,-9 15 0,2 0 0,0 0 0,1 1 0,0 0 0,2 1 0,0-1 0,1 1 0,-3 20 0,-1 0 0,-27 138 0,0 2 0,31-142 0,0 0 0,3 0 0,1 1 0,7 65 0,-6-98 0,1 0 0,0 0 0,0 0 0,0 0 0,1 0 0,0 0 0,0 0 0,0-1 0,0 1 0,1-1 0,-1 0 0,1 1 0,4 3 0,-6-7 0,1 1 0,0 0 0,0-1 0,0 0 0,0 1 0,0-1 0,0 0 0,0 0 0,1 0 0,-1 0 0,0 0 0,0-1 0,1 1 0,-1-1 0,0 1 0,1-1 0,-1 0 0,1 0 0,-1 0 0,1 0 0,-1-1 0,0 1 0,1-1 0,-1 1 0,0-1 0,1 0 0,-1 0 0,0 0 0,2-1 0,19-11 43,-1-1-1,34-26 1,10-8-1536,-51 39-5333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44:48.3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24575,'0'961'0,"2"-910"0,2 1 0,15 66 0,-9-84-1365,-4-23-5461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44:48.9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1014 24575,'2'-45'0,"15"-81"0,0 2 0,8-55 0,-14 118 0,-3 0 0,1-71 0,2-41 0,-4 103 0,-7 67 0,0 1 0,1 0 0,-1 0 0,0-1 0,1 1 0,0 0 0,-1 0 0,1 0 0,0 0 0,0 0 0,0 0 0,1 0 0,-1 0 0,0 0 0,1 0 0,-1 0 0,1 1 0,1-2 0,-2 2 0,-1 1 0,1 0 0,-1 0 0,1-1 0,-1 1 0,1 0 0,0 0 0,-1 0 0,1 0 0,-1 0 0,1 0 0,-1 0 0,1 0 0,0 0 0,-1 0 0,1 0 0,-1 0 0,1 0 0,0 0 0,-1 0 0,1 1 0,-1-1 0,1 0 0,-1 0 0,1 1 0,14 21 0,7 42 0,-3 1 0,-2 1 0,13 119 0,-28-164 0,28 240 0,-27-229 0,-1 1 0,-2 36 0,1 37 0,-1-105 0,0 0 0,0 0 0,0-1 0,0 1 0,0 0 0,0 0 0,0 0 0,1 0 0,-1 0 0,0 0 0,0 0 0,1 0 0,-1-1 0,1 1 0,-1 0 0,0 0 0,1 0 0,0-1 0,-1 1 0,1 0 0,-1-1 0,1 1 0,0 0 0,-1-1 0,1 1 0,1 0 0,-1-1 0,0 0 0,0-1 0,0 1 0,0 0 0,0 0 0,0-1 0,0 1 0,0-1 0,0 1 0,0-1 0,-1 1 0,1-1 0,0 1 0,0-1 0,0 0 0,-1 0 0,1 1 0,1-2 0,28-45 0,8-32 0,-20 46 0,-2-1 0,-2-1 0,15-51 0,-14 28 0,-9 39 0,-1-2 0,0 1 0,-2 0 0,3-38 0,-7 30-52,0 16-211,0 0 1,2 0-1,-1 1 1,3-13-1,1 11-6563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44:49.4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340 153 24575,'1'-32'0,"0"-30"0,-1 58 0,0 0 0,0 1 0,-1-1 0,0 0 0,0 0 0,0 1 0,0-1 0,-1 0 0,1 1 0,-1-1 0,0 1 0,-2-4 0,4 7 0,-1-1 0,1 1 0,-1-1 0,0 1 0,1-1 0,-1 1 0,1-1 0,-1 1 0,0-1 0,1 1 0,-1 0 0,0-1 0,1 1 0,-1 0 0,0 0 0,0-1 0,1 1 0,-1 0 0,0 0 0,0 0 0,1 0 0,-1 0 0,0 0 0,0 0 0,1 0 0,-1 0 0,-1 1 0,-19 15 0,-8 29 0,29-44 0,-31 57 0,-89 178 0,95-179 0,2 0 0,-18 76 0,35-107 0,2 0 0,1 0 0,1 0 0,2 1 0,4 44 0,-4-68 0,1-1 0,-1 0 0,1 0 0,0 0 0,0-1 0,0 1 0,0 0 0,0 0 0,1 0 0,-1-1 0,0 1 0,1 0 0,-1-1 0,1 0 0,0 1 0,-1-1 0,1 0 0,0 0 0,0 0 0,0 0 0,0 0 0,0 0 0,0 0 0,0-1 0,0 1 0,0-1 0,0 0 0,0 1 0,0-1 0,4 0 0,10 1 0,1-1 0,-1-1 0,17-2 0,-18 1 0,3-1 0,-1 0 0,1-1 0,-1-1 0,0-1 0,0 0 0,-1-1 0,20-12 0,105-73 0,-125 81 0,-7 4 0,0-1 0,-1 0 0,0 0 0,0-1 0,-1 0 0,1 0 0,-2 0 0,0-1 0,0 0 0,-1-1 0,0 1 0,-1-1 0,0 0 0,5-20 0,-7 17 0,1 0 0,-2 1 0,0-1 0,0 0 0,-1 0 0,-1 0 0,-1 0 0,0 0 0,0 0 0,-1 0 0,-1 1 0,-6-14 0,5 16-341,0 1 0,-1 1-1,-13-18 1,12 19-6485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44:50.1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1 893 24575,'3'-1'0,"-1"0"0,1 1 0,-1-1 0,1 0 0,-1-1 0,1 1 0,-1 0 0,0-1 0,1 1 0,-1-1 0,0 1 0,0-1 0,0 0 0,0 0 0,2-4 0,26-35 0,-28 38 0,13-23 0,-2-1 0,0 0 0,-2-1 0,-1-1 0,11-47 0,-14 48 0,7-16 0,6-27 0,6-36 0,-3 20 0,-15 44 0,-2 0 0,1-81 0,-7 118 0,1-1 0,0 1 0,0 0 0,1 0 0,3-10 0,-5 15 0,0 0 0,0 1 0,1-1 0,-1 0 0,0 1 0,0-1 0,0 0 0,1 1 0,-1-1 0,0 1 0,1-1 0,-1 0 0,0 1 0,1-1 0,-1 1 0,1-1 0,-1 1 0,1-1 0,-1 1 0,1-1 0,-1 1 0,1 0 0,0-1 0,-1 1 0,1 0 0,-1-1 0,1 1 0,0 0 0,-1 0 0,1 0 0,0 0 0,-1-1 0,1 1 0,0 0 0,-1 0 0,1 0 0,0 0 0,0 1 0,-1-1 0,1 0 0,0 0 0,-1 0 0,1 0 0,0 1 0,-1-1 0,1 0 0,-1 1 0,1-1 0,0 0 0,-1 1 0,1-1 0,-1 1 0,1-1 0,-1 1 0,1-1 0,-1 1 0,0-1 0,1 1 0,-1 0 0,0-1 0,1 1 0,-1-1 0,0 1 0,1 1 0,1 2 0,1 1 0,-1 0 0,0 0 0,-1 0 0,1 0 0,-1 1 0,0-1 0,0 0 0,0 11 0,-3 56 0,0-36 0,-1 83 0,5 308 0,-1-420 0,-1-1 0,1 1 0,0 0 0,1-1 0,-1 1 0,1-1 0,0 0 0,1 1 0,4 7 0,-6-13 0,0 0 0,-1 1 0,1-1 0,0 0 0,0 0 0,1 0 0,-1 0 0,0-1 0,0 1 0,0 0 0,0 0 0,1-1 0,-1 1 0,0 0 0,1-1 0,-1 0 0,1 1 0,2 0 0,-2-2 0,1 1 0,-1 0 0,1-1 0,-1 1 0,1-1 0,-1 1 0,1-1 0,-1 0 0,1 0 0,-1-1 0,0 1 0,1 0 0,-1-1 0,2-1 0,16-13 0,0-1 0,-1-1 0,-2-1 0,1-1 0,15-24 0,-1-3 0,32-64 0,-37 52 0,-3 0 0,27-107 0,-12 37 0,-25 80-1365,-9 38-5461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44:50.6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74 405 24575,'11'0'0,"0"-1"0,0 0 0,0 0 0,0-1 0,0-1 0,0 0 0,0 0 0,-1-1 0,0-1 0,0 1 0,0-2 0,0 1 0,-1-1 0,0-1 0,0 0 0,0 0 0,-1-1 0,0 0 0,-1 0 0,0-1 0,0 1 0,0-2 0,-1 1 0,7-17 0,-7 13 0,-1-1 0,0 1 0,-2-1 0,1 0 0,-1 1 0,-1-2 0,-1 1 0,0 0 0,0 0 0,-2 0 0,0-1 0,0 1 0,-7-25 0,8 38 0,-1-1 0,1 0 0,-1 0 0,1 0 0,-1 1 0,0-1 0,0 1 0,0-1 0,0 0 0,0 1 0,0-1 0,0 1 0,0 0 0,-1-1 0,1 1 0,0 0 0,-1 0 0,1 0 0,-1 0 0,0 0 0,1 0 0,-4-1 0,3 2 0,0 0 0,0 0 0,0 0 0,0 1 0,-1-1 0,1 0 0,1 1 0,-1 0 0,0-1 0,0 1 0,0 0 0,0 0 0,0 0 0,1 0 0,-1 0 0,-3 3 0,-3 4 0,-1 0 0,1 1 0,1 0 0,0 0 0,-10 18 0,-29 63 0,4 2 0,-47 154 0,80-216 0,1 0 0,2 1 0,1-1 0,2 1 0,1 0 0,1 0 0,4 37 0,-3-67 3,0 0 0,0 1 0,0-1-1,0 0 1,0 0 0,1 1 0,-1-1 0,0 0-1,1 0 1,-1 0 0,1 1 0,-1-1-1,1 0 1,-1 0 0,1 0 0,0 0 0,-1 0-1,1 0 1,0 0 0,0 0 0,0 0 0,0-1-1,0 1 1,0 0 0,0-1 0,0 1-1,0 0 1,0-1 0,0 1 0,1-1 0,-1 0-1,0 1 1,0-1 0,0 0 0,1 0 0,-1 0-1,0 1 1,0-1 0,1-1 0,-1 1-1,0 0 1,3-1 0,2 0-215,1-2 0,0 1 0,-1-1-1,1 0 1,-1 0 0,7-5 0,1-1-6614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44:51.3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24575,'1'1'0,"0"-1"0,0 1 0,0 0 0,0-1 0,0 1 0,0 0 0,0-1 0,-1 1 0,1 0 0,0 0 0,0 0 0,-1 0 0,1 0 0,-1 0 0,1 0 0,-1 0 0,1 0 0,-1 0 0,0 0 0,1 0 0,-1 0 0,0 2 0,9 33 0,-7-25 0,3 19 0,0 0 0,-1 43 0,3 14 0,2 26 0,-9 160 0,-2-117 0,1-127-227,1-1-1,2 1 1,1-1-1,1 0 1,11 41-1,-10-55-6598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44:51.6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24575,'3'0'0,"4"3"0,1 0-8191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44:51.8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24575,'3'0'0,"4"0"0,1 3 0,2 1 0,-1 0-8191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44:51.9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24575,'3'0'0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44:57.6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24575,'2'7'0,"1"-1"0,0 1 0,0-1 0,0 0 0,1 0 0,0 0 0,0 0 0,1-1 0,-1 0 0,1 0 0,7 6 0,3 5 0,3 2 0,1-1 0,1-1 0,0-1 0,41 23 0,-9-5 0,0 1 0,92 45 0,-104-61 0,-1 2 0,-1 2 0,0 2 0,36 30 0,-11-5-64,-37-31-196,-1 2 0,-1 0-1,-1 2 1,34 40 0,-50-54-6566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44:58.8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1175 1 24575,'-5'1'0,"-1"1"0,1 0 0,0 0 0,0 0 0,0 1 0,0-1 0,0 1 0,0 1 0,1-1 0,-1 1 0,1-1 0,-5 7 0,-19 12 0,-102 59 0,79-46 0,-79 40 0,100-57 0,-55 40 0,54-35 0,-40 23 0,-22 21 0,-37 15 0,40-29 0,-55 28 0,132-73-227,1 0-1,1 1 1,-1 0-1,1 1 1,-16 18-1,20-19-6598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45:51.0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267 1 24575,'-3'36'0,"-1"0"0,-2 0 0,-1 0 0,-2-1 0,-19 51 0,3-8 0,11 5 0,12-64 0,-1 0 0,-6 25 0,9-44 0,0 0 0,0 0 0,0 0 0,0 0 0,0 0 0,0 1 0,0-1 0,0 0 0,0 0 0,0 0 0,0 0 0,0 1 0,0-1 0,0 0 0,0 0 0,0 0 0,0 0 0,0 1 0,0-1 0,0 0 0,0 0 0,0 0 0,0 0 0,0 1 0,0-1 0,-1 0 0,1 0 0,0 0 0,0 0 0,0 0 0,0 0 0,0 1 0,0-1 0,-1 0 0,1 0 0,0 0 0,0 0 0,0 0 0,0 0 0,0 0 0,-1 0 0,1 0 0,0 0 0,0 0 0,0 0 0,0 0 0,-1 0 0,1 0 0,0 0 0,0 0 0,0 0 0,0 0 0,-1 0 0,1 0 0,0 0 0,0 0 0,0 0 0,0 0 0,-1 0 0,-3-15 0,0-19 0,4 23 0,-1 1 0,0-1 0,0 1 0,-1-1 0,-1 1 0,0 0 0,0 0 0,-1 0 0,0 0 0,0 1 0,-1-1 0,-1 1 0,1 0 0,-2 1 0,1-1 0,-1 1 0,-10-9 0,16 16 0,0 0 0,0 0 0,0 0 0,0 0 0,-1 0 0,1 0 0,0 0 0,-1 0 0,1 1 0,-1-1 0,1 0 0,-1 1 0,1-1 0,-1 1 0,1 0 0,-1-1 0,1 1 0,-1 0 0,0 0 0,1 0 0,-1 0 0,1 0 0,-1 1 0,-2 0 0,2 0 0,0 0 0,1 0 0,-1 1 0,1-1 0,0 1 0,0-1 0,-1 1 0,1-1 0,0 1 0,0 0 0,0 0 0,1-1 0,-1 1 0,0 0 0,1 0 0,-1 3 0,-2 10 0,1-1 0,1 1 0,0 27 0,2-33 14,0-1-1,1 0 0,0 0 0,0 1 1,1-1-1,0-1 0,0 1 1,7 11-1,-10-18-46,1 1 0,0 0 0,0-1 0,0 1 0,0-1 0,0 1 0,0-1 0,0 1 0,0-1 0,0 0 0,1 1 0,-1-1 0,1 0 0,-1 0 0,1 0 0,-1 0 0,1 0 0,0-1 0,-1 1 0,1 0 0,0-1 0,-1 1 0,1-1 0,0 0 0,0 1 0,0-1 0,0 0 0,-1 0 0,1 0 0,0 0 0,0-1 0,0 1 0,-1 0 0,1-1 0,0 1 0,0-1 0,-1 0 0,1 1 0,0-1 0,-1 0 0,1 0 0,-1 0 0,1 0 0,1-3 0,5-4-6793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45:51.7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0 24575,'-2'18'0,"1"0"0,-2 0 0,-9 33 0,6-33 0,2 0 0,1 0 0,-3 36 0,6-44 0,0 3 0,0 0 0,0-1 0,2 1 0,4 24 0,-5-35 0,-1-1 0,0 0 0,1 0 0,-1 1 0,1-1 0,0 0 0,-1 0 0,1 0 0,0 0 0,0 0 0,0 0 0,-1 0 0,1 0 0,0 0 0,0 0 0,0 0 0,1-1 0,-1 1 0,0 0 0,0-1 0,0 1 0,3 0 0,-2-1 0,0 0 0,1 0 0,-1-1 0,0 1 0,1-1 0,-1 0 0,0 1 0,1-1 0,-1 0 0,0 0 0,0 0 0,0-1 0,0 1 0,0 0 0,0-1 0,0 0 0,2-2 0,1-1 0,-1 0 0,1 0 0,-1 0 0,0-1 0,-1 1 0,1-1 0,-1 0 0,0 0 0,-1 0 0,1 0 0,-1-1 0,-1 1 0,1-1 0,-1 1 0,0-1 0,0-12 0,9-38 0,-10 58 0,0-1 0,1 0 0,-1 1 0,0-1 0,0 0 0,0 1 0,1-1 0,-1 0 0,0 1 0,0-1 0,1 0 0,-1 1 0,0-1 0,1 0 0,-1 0 0,0 1 0,1-1 0,-1 0 0,0 0 0,1 0 0,-1 0 0,1 1 0,-1-1 0,0 0 0,1 0 0,-1 0 0,1 0 0,-1 0 0,0 0 0,1 0 0,-1 0 0,1 0 0,-1 0 0,0 0 0,1-1 0,-1 1 0,1 0 0,-1 0 0,0 0 0,1 0 0,-1-1 0,0 1 0,1 0 0,-1 0 0,0-1 0,1 1 0,-1 0 0,0 0 0,0-1 0,1 1 0,-1 0 0,0-1 0,0 1 0,0 0 0,1-1 0,-1 1 0,0-1 0,0 1 0,0 0 0,0-1 0,0 1 0,0-1 0,0 0 0,12 32 0,-10-1-114,-2-23 145,0 0-1,0 0 0,1 1 0,0-1 1,1 0-1,0 0 0,2 7 1,-3-13-46,-1 0 1,1 0-1,-1 0 1,1-1 0,-1 1-1,1 0 1,0-1-1,-1 1 1,1 0-1,0-1 1,-1 1 0,1-1-1,0 1 1,0-1-1,0 1 1,0-1 0,-1 0-1,1 1 1,0-1-1,0 0 1,0 0 0,0 1-1,1-1 1,1-1-82,0 1 1,-1 0-1,1-1 0,0 0 1,-1 0-1,1 0 0,-1 0 1,1 0-1,-1 0 0,1-1 1,3-3-1,4-2-6730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45:52.4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 0 24575,'2'89'0,"-4"98"0,-9-131 0,10-53 0,1 0 0,-1 0 0,0 0 0,-1 0 0,1-1 0,0 1 0,-1 0 0,1-1 0,-1 1 0,0-1 0,0 1 0,0-1 0,0 0 0,0 0 0,-4 3 0,6-5 0,-1 0 0,1 0 0,-1 0 0,1 0 0,-1 0 0,1 0 0,-1 0 0,1 0 0,-1 0 0,1-1 0,-1 1 0,1 0 0,-1 0 0,1 0 0,-1-1 0,1 1 0,0 0 0,-1 0 0,1-1 0,-1 1 0,1 0 0,0-1 0,-1 1 0,1-1 0,0 1 0,0 0 0,-1-1 0,1 1 0,0-1 0,0 1 0,-1-1 0,1 1 0,0-1 0,0 1 0,0-1 0,0 1 0,0-1 0,0 1 0,0-1 0,0 1 0,0-1 0,0 1 0,0-1 0,0 1 0,0-1 0,0 1 0,0-1 0,1 1 0,-1-1 0,4-27 0,52-84 0,-52 103 0,3-6 0,0 0 0,20-27 0,-26 40 0,0 0 0,0 0 0,1 0 0,-1 0 0,1 1 0,-1-1 0,1 0 0,0 1 0,-1-1 0,1 1 0,0 0 0,0 0 0,0-1 0,0 1 0,0 0 0,1 1 0,-1-1 0,0 0 0,0 1 0,1-1 0,-1 1 0,0-1 0,1 1 0,-1 0 0,0 0 0,0 0 0,1 1 0,-1-1 0,4 1 0,-3 1 0,0 0 0,0 0 0,0 0 0,-1 1 0,1-1 0,0 1 0,-1-1 0,0 1 0,0 0 0,0 0 0,0 0 0,0 0 0,0 0 0,-1 0 0,1 1 0,-1-1 0,0 0 0,0 1 0,0-1 0,-1 1 0,1 3 0,1 11 0,-1 0 0,-2 33 0,1-40 0,0-16 0,0 0 0,0-1 0,1 1 0,0 0 0,0 0 0,0 0 0,1 0 0,3-8 0,-3 10 0,0 1 0,-1 0 0,1 0 0,0 0 0,0 0 0,0 0 0,0 0 0,0 1 0,1-1 0,-1 1 0,0 0 0,1-1 0,-1 1 0,1 0 0,0 0 0,-1 1 0,1-1 0,0 0 0,-1 1 0,1 0 0,0 0 0,3 0 0,-4-1-85,1 1 0,0 0-1,-1 0 1,1 0 0,-1 0-1,1 1 1,0-1 0,-1 1-1,1-1 1,-1 1 0,1 0-1,-1 0 1,0 0 0,1 0-1,2 3 1,3 4-6741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45:53.1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1 24575,'1'75'0,"-3"80"0,-11-104 0,12-48 0,0 0 0,0-1 0,-1 1 0,1 0 0,-1 0 0,0-1 0,0 1 0,0-1 0,0 0 0,0 1 0,0-1 0,-1 0 0,1 0 0,-4 1 0,6-3 0,-1 0 0,0 0 0,1-1 0,-1 1 0,1 0 0,-1-1 0,1 1 0,-1-1 0,1 1 0,-1-1 0,1 1 0,-1-1 0,1 1 0,0-1 0,-1 0 0,1 1 0,0-1 0,-1 1 0,1-1 0,0 0 0,0 1 0,0-1 0,0 0 0,0 1 0,-1-1 0,1 0 0,0 1 0,0-1 0,1 0 0,-1 1 0,0-1 0,0 0 0,0 1 0,0-1 0,1 0 0,1-29 0,2 15 0,0-1 0,1 1 0,1 0 0,10-20 0,-14 30 0,1 1 0,-1-1 0,0 1 0,1 0 0,0 0 0,0 0 0,1 0 0,-1 1 0,1-1 0,-1 1 0,1 0 0,0 0 0,0 0 0,1 0 0,-1 1 0,0 0 0,1 0 0,5-2 0,-8 4 0,-1 0 0,1 0 0,0 0 0,0 0 0,0 0 0,-1 1 0,1-1 0,0 0 0,0 1 0,-1 0 0,1-1 0,0 1 0,-1 0 0,1 0 0,0 0 0,-1 0 0,0 0 0,1 0 0,-1 0 0,1 0 0,-1 1 0,0-1 0,0 1 0,0-1 0,0 1 0,0-1 0,0 1 0,0-1 0,-1 1 0,1 0 0,0 0 0,-1-1 0,0 1 0,1 0 0,-1 0 0,0 2 0,2 6 0,-1 0 0,0 1 0,-1-1 0,-2 19 0,58-13-1365,-43-11-5461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45:54.0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1 24575,'-2'5'0,"0"0"0,0 0 0,0-1 0,-1 1 0,0-1 0,0 1 0,0-1 0,-5 5 0,-5 9 0,5-5 0,2 1 0,-1-1 0,1 2 0,1-1 0,1 1 0,0 0 0,1 0 0,0 0 0,2 0 0,-1 0 0,2 0 0,2 29 0,-2-42 0,0-1 0,1 1 0,-1 0 0,0 0 0,1-1 0,-1 1 0,1-1 0,0 1 0,-1 0 0,1-1 0,0 1 0,0-1 0,0 0 0,0 1 0,0-1 0,1 0 0,-1 1 0,0-1 0,0 0 0,1 0 0,-1 0 0,1 0 0,-1 0 0,2 0 0,1 0 0,0 0 0,0 0 0,0 0 0,0 0 0,0-1 0,0 0 0,0 0 0,0 0 0,0 0 0,5-1 0,2-2 0,0 1 0,0-1 0,0-1 0,-1 1 0,1-2 0,18-10 0,-19 7 0,0-1 0,0 0 0,-1-1 0,0 0 0,-1-1 0,0 1 0,-1-1 0,0-1 0,-1 1 0,0-1 0,0-1 0,-2 1 0,1-1 0,-2 1 0,0-1 0,3-27 0,-1 22 0,0 26 0,1 32 0,-9-26 0,0-1 0,0 1 0,-1-1 0,-1 0 0,0 0 0,-7 13 0,-12 33 0,12-30 0,0 0 0,-2 0 0,-2-2 0,-19 29 0,-69 102 0,88-145 0,16-13 0,0 0 0,0 0 0,-1 0 0,1 0 0,0 0 0,-1 0 0,1 0 0,0 0 0,0 0 0,-1 0 0,1-1 0,0 1 0,-1 0 0,1 0 0,0 0 0,0 0 0,0-1 0,-1 1 0,1 0 0,0 0 0,0-1 0,0 1 0,-1 0 0,1 0 0,0-1 0,0 1 0,0 0 0,0 0 0,0-1 0,0 1 0,0 0 0,0-1 0,0 1 0,-1 0 0,1-1 0,0-1 0,0-1 0,0 1 0,0-1 0,0 1 0,1-1 0,-1 1 0,1-1 0,-1 1 0,1-1 0,0 1 0,0 0 0,0 0 0,2-4 0,11-12 0,0 1 0,32-31 0,-33 37 0,-1-2 0,0 1 0,0-2 0,-1 1 0,-1-2 0,11-19 0,-15 20-124,0 1 0,1 0 0,1 0 0,0 0 0,1 1 0,0 0-1,1 1 1,0 0 0,1 1 0,17-13 0,-18 17-6702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31:53.1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24575,'794'0'-1365,"-779"0"-5461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52:30.6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553 1 24575,'-2'48'0,"-1"-1"0,-14 71 0,-44 94 0,34-130 0,20-63 0,0 0 0,1 0 0,-3 21 0,-19 76 0,4-23 0,-14 77 0,40-184 0,-1 0 0,-1 0 0,-2-19 0,0-10 0,3 4 0,0 24 0,0-1 0,-1 0 0,-1 0 0,0 1 0,-1-1 0,-1 0 0,0 1 0,-11-27 0,-1 6 0,12 26 0,0 1 0,-1 0 0,-1 0 0,0 0 0,0 1 0,-8-11 0,11 17 0,-1 0 0,1 0 0,0 0 0,-1 0 0,1 0 0,-1 1 0,0 0 0,1-1 0,-1 1 0,0 0 0,0 0 0,0 0 0,0 1 0,0-1 0,0 1 0,0 0 0,0-1 0,0 1 0,0 1 0,0-1 0,0 0 0,1 1 0,-1-1 0,0 1 0,-5 2 0,0 0 0,-1 1 0,1 0 0,0 0 0,0 1 0,1 0 0,-1 0 0,1 1 0,0 0 0,1 0 0,0 1 0,0 0 0,-6 8 0,2-2 0,1 1 0,0 0 0,2 1 0,-1 0 0,-9 28 0,14-33 0,1 0 0,0 0 0,0 0 0,1 0 0,0 0 0,1 1 0,0-1 0,0 0 0,5 20 0,-4-24 0,1-1 0,-1 0 0,1 1 0,0-1 0,1 0 0,-1 0 0,1-1 0,0 1 0,0 0 0,1-1 0,-1 0 0,1 0 0,0 0 0,0 0 0,1-1 0,-1 1 0,1-1 0,-1 0 0,9 4 0,19 8 0,1-2 0,-1-1 0,2-2 0,45 9 0,-37-8-1365,-30-8-5461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52:31.1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0 24575,'1'74'0,"-3"82"0,-8-114-1365,7-30-5461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52:31.3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24575,'3'0'0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52:32.0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217 41 24575,'0'-2'0,"1"1"0,-1-1 0,0 1 0,0 0 0,0-1 0,0 1 0,0-1 0,0 1 0,-1 0 0,1-1 0,0 1 0,-1-1 0,1 1 0,-1 0 0,1 0 0,-1-1 0,0 1 0,1 0 0,-1 0 0,0-1 0,0 1 0,0 0 0,0 0 0,0 0 0,0 0 0,0 1 0,0-1 0,0 0 0,-1 0 0,1 1 0,0-1 0,0 0 0,-1 1 0,1-1 0,0 1 0,-1 0 0,1-1 0,-1 1 0,0 0 0,-1 0 0,0 1 0,0 0 0,1-1 0,-1 1 0,0 0 0,1 0 0,-1 0 0,1 1 0,-1-1 0,1 1 0,0-1 0,0 1 0,-1 0 0,1 0 0,0 0 0,1 0 0,-1 0 0,0 0 0,-1 3 0,-15 27 0,1 0 0,2 1 0,1 0 0,-11 42 0,25-74 0,-41 153 0,37-137 0,2-1 0,0 1 0,1-1 0,1 1 0,1-1 0,0 1 0,6 26 0,-6-39 0,1 0 0,1 0 0,-1-1 0,0 1 0,1-1 0,0 0 0,0 1 0,0-1 0,0-1 0,0 1 0,1 0 0,-1-1 0,1 0 0,0 1 0,0-1 0,-1-1 0,1 1 0,1-1 0,-1 1 0,0-1 0,7 1 0,14 3 0,0-1 0,31 2 0,10-3 0,105-6 0,-165 2-88,1-1-1,-1 1 1,0-1-1,0-1 0,0 1 1,7-5-1,-7 4-656,7-3-6081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52:32.6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144 1 24575,'0'51'0,"-3"0"0,-1-1 0,-3 1 0,-19 73 0,-44 166 0,66-278 0,-3 10 0,1 1 0,1 0 0,1-1 0,1 1 0,-1 29 0,4-38 0,0-1 0,1 0 0,1 0 0,0 0 0,1 0 0,6 20 0,-6-27 0,0-1 0,0 1 0,0-1 0,1 0 0,-1 0 0,1 0 0,1 0 0,-1 0 0,0-1 0,1 0 0,0 0 0,0 0 0,1-1 0,-1 0 0,11 5 0,9 3 0,0-1 0,0-1 0,1-2 0,0 0 0,0-2 0,1-1 0,-1-1 0,1-1 0,52-3 0,-64-2-1365,-4-1-5461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52:33.0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24575,'40'3'0,"0"1"0,53 12 0,-5 0 0,246 42 0,-9-12 0,-298-40-1365,-16-2-5461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52:37.8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734 252 24575,'-1'-8'0,"0"-1"0,-1 1 0,0 0 0,0 0 0,-1 0 0,0 0 0,-1 1 0,1-1 0,-1 1 0,-1 0 0,0 0 0,-9-10 0,-3-4 0,-2 1 0,-33-28 0,44 42 0,-1 0 0,1 0 0,-1 1 0,0 0 0,0 1 0,0 0 0,-1 0 0,1 1 0,-1 1 0,0-1 0,0 2 0,0-1 0,0 1 0,0 1 0,0 0 0,0 0 0,0 1 0,0 0 0,0 1 0,0 0 0,0 0 0,0 1 0,1 1 0,-12 5 0,-1 3 0,0 1 0,-32 26 0,48-34 0,0 0 0,0 0 0,1 1 0,0-1 0,0 1 0,0 1 0,1-1 0,0 1 0,0 0 0,1-1 0,0 2 0,-4 13 0,0 16 0,1 1 0,2 1 0,2-1 0,6 74 0,-3-107 0,0 1 0,0 0 0,1 0 0,0-1 0,0 1 0,0-1 0,1 0 0,0 0 0,0 0 0,0 0 0,0 0 0,1 0 0,0-1 0,0 0 0,5 5 0,10 6 0,-1-1 0,32 18 0,-10-7 0,-26-17 0,0-1 0,0 0 0,1-1 0,-1 0 0,1-1 0,19 3 0,-8-1 0,-25-7 0,0 0 0,1 1 0,-1-1 0,0 0 0,0 1 0,1-1 0,-1 1 0,0-1 0,0 1 0,0 0 0,0-1 0,0 1 0,0 0 0,0 0 0,0 0 0,0 0 0,0 0 0,0 0 0,-1 0 0,2 2 0,-2-2 0,1 0 0,-2 0 0,1 0 0,0 0 0,0 0 0,0 0 0,0 0 0,0 0 0,-1 0 0,1 0 0,-1 0 0,1 0 0,0-1 0,-1 1 0,0 0 0,1 0 0,-1 0 0,1 0 0,-1-1 0,-1 2 0,-7 6 0,-1 0 0,0-1 0,-17 10 0,8-5 0,-120 79 0,116-77 0,0-1 0,-2-2 0,1 0 0,-1-2 0,-1 0 0,1-2 0,-50 8 0,72-15 0,0 1 0,0 0 0,0 0 0,0 0 0,1 0 0,-1 0 0,0 0 0,1 1 0,-1-1 0,1 1 0,-1 0 0,1 0 0,0 0 0,-3 3 0,4-5 0,1 1 0,0-1 0,-1 1 0,1-1 0,0 1 0,0-1 0,-1 1 0,1-1 0,0 1 0,0 0 0,0-1 0,-1 1 0,1-1 0,0 1 0,0-1 0,0 1 0,0 0 0,0-1 0,0 1 0,0-1 0,1 1 0,-1 0 0,0-1 0,0 1 0,0-1 0,1 2 0,0-1 0,0 0 0,0 0 0,1 0 0,-1 0 0,0 0 0,0 0 0,1-1 0,-1 1 0,0 0 0,1-1 0,-1 1 0,1-1 0,-1 0 0,1 1 0,2-1 0,46 8 0,-17-3 0,47 13 0,-72-16 0,-1 0 0,1 1 0,-1 0 0,1 1 0,-1 0 0,0 0 0,0 0 0,0 1 0,-1 0 0,0 1 0,7 6 0,-11-9 0,0 0 0,0-1 0,-1 1 0,1 0 0,-1 0 0,0 0 0,0 0 0,0 0 0,0 0 0,0 0 0,-1 1 0,1-1 0,-1 0 0,0 0 0,0 1 0,0-1 0,0 0 0,-1 0 0,0 0 0,1 0 0,-1 1 0,0-1 0,0 0 0,-3 5 0,-4 8 0,-1-1 0,-1 0 0,-18 22 0,-5 9 0,29-38 0,0 0 0,0 0 0,0 1 0,1-1 0,1 1 0,-1 0 0,1 0 0,1 0 0,0 0 0,0 13 0,1-16 0,1 0 0,0 0 0,0 0 0,1 0 0,0 0 0,0 0 0,0 0 0,0-1 0,1 0 0,0 1 0,0-1 0,1 0 0,0 0 0,-1 0 0,1-1 0,7 6 0,19 25 0,-28-32 0,0 1 0,0-1 0,1 0 0,0 0 0,-1 0 0,1 0 0,0 0 0,0 0 0,0-1 0,1 0 0,-1 1 0,1-1 0,-1 0 0,1-1 0,0 1 0,0-1 0,-1 0 0,1 1 0,0-2 0,0 1 0,0 0 0,5-1 0,58 0 0,-45-1 0,0 1 0,0 1 0,0 1 0,26 5 0,20 6 64,-46-10-540,-1 1-1,29 9 1,-38-9-6350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52:48.4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601 36 24575,'-54'-3'0,"-78"-13"0,92 9 0,-1 1 0,0 3 0,-75 2 0,112 2 0,0 0 0,1 0 0,-1 1 0,1-1 0,-1 1 0,1-1 0,0 1 0,0 0 0,0 0 0,0 1 0,0-1 0,0 1 0,0-1 0,1 1 0,0 0 0,-1 0 0,1 0 0,0 0 0,0 0 0,1 1 0,-1-1 0,1 0 0,-1 1 0,1 0 0,-1 5 0,-3 13 0,0 0 0,2 0 0,-1 25 0,3-35 0,-37 270 0,32-248 0,-13 46 0,12-59 0,1 0 0,1 1 0,2 0 0,0 0 0,0 38 0,3-58 0,0 0 0,1 0 0,0 0 0,-1 0 0,1 0 0,0 0 0,0 0 0,0-1 0,0 1 0,0 0 0,1-1 0,-1 1 0,0-1 0,1 1 0,-1-1 0,1 1 0,-1-1 0,1 0 0,0 0 0,0 0 0,-1 0 0,1 0 0,0 0 0,0-1 0,0 1 0,0-1 0,0 1 0,0-1 0,0 0 0,0 1 0,3-1 0,12 1 0,-1-1 0,1 0 0,17-3 0,-6 1 0,95 1-1365,-108 1-5461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52:49.1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1 235 24575,'6'-2'0,"0"-1"0,0 0 0,0 0 0,-1-1 0,0 1 0,1-1 0,5-6 0,1 0 0,30-21 0,-1-2 0,48-51 0,-82 76 0,0 2 0,0-1 0,1 1 0,-1 0 0,11-6 0,-17 13 0,-1-1 0,1 0 0,0 0 0,-1 1 0,1-1 0,-1 1 0,1-1 0,-1 0 0,1 1 0,-1-1 0,1 1 0,-1-1 0,1 1 0,-1-1 0,0 1 0,1 0 0,-1-1 0,0 1 0,0-1 0,1 1 0,-1 0 0,0-1 0,0 1 0,0 0 0,0-1 0,1 1 0,-1 0 0,0-1 0,0 1 0,-1 0 0,3 27 0,-2-25 0,0 13 0,-2 1 0,0 0 0,-1-1 0,-1 1 0,0-1 0,-10 25 0,-9 30 0,-10 24 0,10-37 0,-5 7 0,21-51 0,0 1 0,1 0 0,1 0 0,0 0 0,-3 21 0,-7 25-1365,12-49-5461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52:49.5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 0 24575,'0'36'0,"-1"-1"0,-1 0 0,-2 0 0,-13 55 0,13-74-273,1 0 0,0 1 0,1 0 0,1 22 0,1-24-6553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52:50.5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75 24575,'0'-2'0,"0"-1"0,1 0 0,-1 1 0,0-1 0,1 0 0,-1 1 0,1-1 0,0 1 0,0-1 0,0 1 0,0 0 0,1-1 0,-1 1 0,0 0 0,1 0 0,0 0 0,-1 0 0,1 0 0,3-2 0,-1 1 0,0 0 0,0 1 0,1-1 0,-1 1 0,1 0 0,0 0 0,-1 1 0,1-1 0,8 0 0,2 0 0,1 1 0,-1 1 0,0 0 0,0 1 0,28 5 0,-36-4 0,0 1 0,-1 0 0,1 0 0,-1 0 0,0 1 0,0 0 0,0 0 0,0 1 0,-1-1 0,0 1 0,0 1 0,0-1 0,0 1 0,-1-1 0,0 1 0,0 0 0,-1 1 0,5 10 0,-1-2 0,-1 0 0,-1 0 0,0 0 0,-1 1 0,-1-1 0,0 1 0,1 23 0,-5-27 0,1-1 0,-1 1 0,-1-1 0,0 0 0,-1 0 0,0 1 0,-1-2 0,0 1 0,0 0 0,-7 9 0,-4 5 0,-1-1 0,-35 39 0,9-12 0,-79 83 0,120-134 0,0 1 0,0 0 0,0 0 0,0 0 0,0 0 0,0 0 0,0 0 0,0 0 0,0 0 0,1 0 0,-1 0 0,0 0 0,1 1 0,-1-1 0,1 0 0,-1 0 0,1 1 0,0-1 0,-1 0 0,1 1 0,0-1 0,0 0 0,0 1 0,0 2 0,1-3 0,0 0 0,0 0 0,0 0 0,0 0 0,0 0 0,0 0 0,0 0 0,1 0 0,-1-1 0,0 1 0,0 0 0,1-1 0,-1 1 0,0 0 0,1-1 0,-1 0 0,1 1 0,2-1 0,12 2 0,0 0 0,1-2 0,16-1 0,-25 1 0,30 0-120,61-6 373,-89 4-420,0 0 1,-1 0-1,1-1 1,-1 0 0,0-1-1,0 0 1,0-1-1,10-6 1,-4 0-6660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52:51.6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23 24575,'0'1'0,"1"1"0,-1-1 0,1 1 0,-1 0 0,1-1 0,0 1 0,0-1 0,0 0 0,0 1 0,0-1 0,0 0 0,0 1 0,0-1 0,0 0 0,1 0 0,-1 0 0,0 0 0,1 0 0,-1 0 0,1 0 0,-1-1 0,1 1 0,-1 0 0,1-1 0,0 0 0,-1 1 0,1-1 0,0 0 0,1 1 0,55 4 0,-53-5 0,11 1 0,0-1 0,-1-1 0,1 0 0,-1-1 0,1 0 0,-1-2 0,0 1 0,0-2 0,15-6 0,-17 5 0,0 1 0,1 0 0,0 2 0,-1-1 0,29-2 0,-39 6 0,0-1 0,0 1 0,0 0 0,0 0 0,0 0 0,0 0 0,0 1 0,0-1 0,0 1 0,0 0 0,-1 0 0,1 0 0,0 0 0,0 0 0,-1 0 0,1 1 0,-1 0 0,1-1 0,-1 1 0,0 0 0,0 0 0,0 0 0,0 0 0,0 1 0,0-1 0,0 0 0,-1 1 0,1-1 0,-1 1 0,0 0 0,0 0 0,0-1 0,0 1 0,0 0 0,0 3 0,10 86 0,-3 159 0,-8-225 0,-3 119 0,6 153 0,-1-288 0,0-1 0,0 1 0,1 0 0,6 12 0,-6-15 0,0 0 0,-1 1 0,0-1 0,0 1 0,0-1 0,-1 1 0,1 13 0,-2-21 0,0 1 0,0-1 0,-1 0 0,1 1 0,0-1 0,0 1 0,0-1 0,-1 1 0,1-1 0,0 0 0,0 1 0,-1-1 0,1 0 0,0 1 0,-1-1 0,1 0 0,0 1 0,-1-1 0,1 0 0,-1 0 0,1 1 0,0-1 0,-1 0 0,1 0 0,-1 0 0,1 0 0,-1 0 0,1 1 0,-1-1 0,1 0 0,-1 0 0,1 0 0,0 0 0,-1 0 0,1 0 0,-1-1 0,1 1 0,-1 0 0,1 0 0,-1 0 0,1 0 0,0 0 0,-1-1 0,1 1 0,-1 0 0,1 0 0,0-1 0,-1 1 0,1 0 0,-1-1 0,-30-18 0,21 13 0,-4 2-6,0 0-1,-1 1 0,0 1 1,1 0-1,-1 1 1,0 1-1,0 0 0,-22 3 1,-14 0-1300,35-3-5520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52:53.2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1 128 24575,'0'-8'0,"0"0"0,0 0 0,0 0 0,1 1 0,1-1 0,-1 0 0,1 1 0,1-1 0,2-7 0,-3 12 0,0 0 0,1 0 0,-1 1 0,0-1 0,1 0 0,-1 1 0,1 0 0,0-1 0,0 1 0,0 0 0,0 1 0,0-1 0,1 0 0,-1 1 0,0 0 0,1 0 0,-1 0 0,1 0 0,-1 0 0,1 1 0,7-1 0,0 0 0,1 0 0,0 1 0,0 0 0,0 1 0,0 0 0,0 1 0,0 0 0,12 5 0,-18-5 0,0 1 0,0 0 0,0 0 0,-1 1 0,1-1 0,-1 1 0,0 1 0,0-1 0,0 1 0,-1-1 0,1 1 0,-1 0 0,0 1 0,-1-1 0,7 13 0,5 11 0,-10-23 0,-2 1 0,1 0 0,-1 0 0,0 0 0,0 1 0,0-1 0,-1 1 0,-1-1 0,1 1 0,0 14 0,-1 38 0,-4 145 0,-4-160 0,5-34 0,0 0 0,1 0 0,0 0 0,0 1 0,1-1 0,2 11 0,-1-18 0,0 0 0,0 0 0,0-1 0,1 1 0,0 0 0,0-1 0,0 1 0,0-1 0,0 0 0,0 1 0,1-1 0,0 0 0,0-1 0,0 1 0,0 0 0,0-1 0,0 0 0,0 0 0,1 0 0,-1 0 0,6 2 0,33 13 0,0-2 0,59 11 0,-13-2 0,-83-23 0,0 0 0,0 1 0,0 0 0,0 0 0,-1 0 0,1 1 0,-1-1 0,0 1 0,6 4 0,-10-6 0,-1-1 0,1 1 0,0 0 0,-1-1 0,1 1 0,-1-1 0,1 1 0,0-1 0,-1 1 0,1-1 0,-1 0 0,0 1 0,1-1 0,-1 0 0,1 1 0,-1-1 0,0 0 0,1 0 0,-1 1 0,1-1 0,-1 0 0,0 0 0,1 0 0,-1 0 0,0 0 0,1 0 0,-1 0 0,0 0 0,1 0 0,-1 0 0,0 0 0,0-1 0,-28 3 0,18-2 0,1 2 0,0-1 0,0 1 0,0 1 0,0-1 0,0 2 0,0 0 0,1 0 0,-1 0 0,1 1 0,0 1 0,1-1 0,-1 2 0,1-1 0,1 1 0,-13 13 0,5-5 0,8-9 0,1 1 0,-1-1 0,1 1 0,1 1 0,-8 11 0,11-16 0,1 0 0,0 0 0,0 0 0,0 0 0,0 1 0,1-1 0,-1 0 0,1 0 0,0 1 0,0-1 0,0 0 0,0 1 0,0-1 0,1 0 0,0 0 0,-1 1 0,1-1 0,1 0 0,1 6 0,7 10 0,1-1 0,20 28 0,-21-33 0,-1-1 0,-1 1 0,0 1 0,0-1 0,-2 2 0,9 23 0,-8-4 0,-1 1 0,-2 0 0,-1 0 0,-3 48 0,0-74 0,0 24 0,0 2 0,-5 45 0,3-68 0,0 1 0,-1-1 0,-1 0 0,0 0 0,0 0 0,-1 0 0,-8 13 0,-114 195 0,119-207 0,-7 12 0,-2 0 0,-37 43 0,48-62 0,1-1 0,-1 1 0,-1-1 0,1 0 0,-1-1 0,0 1 0,0-1 0,0-1 0,-1 1 0,1-1 0,-1 0 0,1-1 0,-1 0 0,0 0 0,-14 1 0,19-4-50,0 1-1,0 0 1,1 0-1,-1 0 0,0 0 1,0 0-1,0 1 1,1 0-1,-1-1 1,0 1-1,1 0 0,-1 0 1,0 0-1,1 1 1,0-1-1,-1 0 1,1 1-1,0 0 0,0 0 1,-1-1-1,1 1 1,1 0-1,-1 1 1,0-1-1,0 0 1,-1 4-1,-1 7-6775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52:55.1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24575,'4'2'0,"1"0"0,-1 1 0,0-1 0,0 1 0,0 0 0,0 0 0,5 5 0,5 4 0,32 23 0,-2 1 0,72 80 0,38 32 0,338 223 0,-345-274 0,238 116 0,-350-197-81,-17-9-176,-1 1 0,0 1 1,-1 0-1,22 16 0,-31-18-6569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47:08.8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480 0 24575,'0'44'0,"-2"-1"0,-1 0 0,-17 76 0,-31 42 0,31-101 0,13-41 0,-1-1 0,-16 26 0,-13 30 0,20-32 0,-39 66 0,53-103 0,0 0 0,0 0 0,-1 0 0,0 0 0,0 0 0,-1-1 0,1 0 0,-1 0 0,0 0 0,0 0 0,0-1 0,-11 5 0,13-6 0,0-1 0,0 0 0,0-1 0,-1 1 0,1-1 0,0 1 0,0-1 0,0 0 0,-1 0 0,1 0 0,0 0 0,0-1 0,0 0 0,0 1 0,-1-1 0,1 0 0,0 0 0,0-1 0,1 1 0,-1-1 0,0 1 0,0-1 0,1 0 0,-1 0 0,-4-5 0,1 0 0,-1-1 0,1 0 0,1-1 0,-1 1 0,2-1 0,-1 0 0,-4-14 0,-20-68 0,27 81 0,0 0 0,0 0 0,1-1 0,0 1 0,1 0 0,0 0 0,1 0 0,0-1 0,0 1 0,1 0 0,1 0 0,-1 0 0,2 1 0,-1-1 0,1 1 0,1 0 0,0 0 0,0 0 0,1 0 0,7-8 0,3-4 0,-8 9 0,1 1 0,0 0 0,1 0 0,0 1 0,17-13 0,-23 20 0,0 1 0,1-1 0,-1 1 0,0 1 0,1-1 0,0 0 0,-1 1 0,1 0 0,0 0 0,-1 1 0,1-1 0,0 1 0,0 0 0,0 0 0,-1 1 0,1-1 0,0 1 0,0 0 0,-1 1 0,9 2 0,-7-2 0,0 1 0,0 0 0,-1 0 0,1 1 0,-1-1 0,1 1 0,-1 1 0,-1-1 0,1 1 0,0-1 0,-1 1 0,0 1 0,0-1 0,-1 0 0,1 1 0,-1 0 0,0 0 0,-1 0 0,0 0 0,1 0 0,1 11 0,0 10 0,0-1 0,-1 1 0,-3 50 0,0-71 0,-2 45 0,0-29 0,1-1 0,2 1 0,0-1 0,5 33 0,-5-51 0,1 1 0,-1-1 0,1 1 0,0-1 0,0 0 0,0 0 0,0 0 0,0 0 0,1 0 0,-1-1 0,1 1 0,0-1 0,-1 0 0,1 1 0,0-1 0,1 0 0,-1-1 0,0 1 0,0-1 0,1 1 0,-1-1 0,1 0 0,0 0 0,-1 0 0,1-1 0,6 1 0,10 0 0,1 0 0,0-1 0,31-5 0,-37 4 0,25-4 0,0-1 0,39-12 0,-75 16-65,1 1 0,-1-1 0,1 0 0,-1 0 0,0-1 0,0 1 0,0-1 0,0 0 0,-1 0 0,1 0 0,-1 0 0,1-1 0,-1 0 0,0 1 0,-1-1 0,1 0 0,-1 0 0,1-1 0,-1 1 0,2-9 0,1 3-6761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47:16.0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535 1 24575,'1'54'0,"-2"0"0,-3-1 0,-2 1 0,-13 55 0,-2 3 0,16-73 0,-14 49 0,-46 94 0,9-27 0,40-114 0,-2 0 0,-34 54 0,46-83 0,-2-1 0,1 1 0,-2-1 0,0-1 0,0 1 0,-11 8 0,17-16 0,0-1 0,0 0 0,-1 1 0,1-1 0,-1-1 0,1 1 0,-1 0 0,0-1 0,0 0 0,0 0 0,0 0 0,0 0 0,0-1 0,0 0 0,0 1 0,0-2 0,0 1 0,0 0 0,0-1 0,0 1 0,0-1 0,1 0 0,-1-1 0,0 1 0,-4-3 0,3 1 0,1 0 0,0-1 0,0 0 0,0 0 0,0 0 0,0 0 0,1-1 0,0 1 0,0-1 0,0 0 0,1 0 0,-3-7 0,-2-3 0,1-1 0,-8-30 0,11 25 0,0 0 0,1 0 0,1-1 0,2 1 0,0-1 0,1 1 0,1 0 0,1 0 0,1 0 0,0 0 0,2 1 0,10-22 0,-1 8 0,-10 18 0,1 0 0,0 1 0,2 1 0,-1-1 0,2 1 0,0 1 0,0-1 0,15-12 0,-23 25 0,-1-1 0,1 1 0,-1 0 0,1 1 0,0-1 0,0 0 0,-1 0 0,1 1 0,0-1 0,0 1 0,0-1 0,0 1 0,-1 0 0,1 0 0,0 0 0,0 0 0,0 0 0,0 0 0,0 1 0,0-1 0,-1 0 0,1 1 0,0 0 0,0-1 0,0 1 0,-1 0 0,1 0 0,0 0 0,-1 0 0,1 0 0,-1 0 0,1 0 0,-1 1 0,0-1 0,0 1 0,3 2 0,5 8 0,0 0 0,-1 1 0,12 27 0,0-4 0,-10-21 0,0 1 0,-1 0 0,-1 1 0,-1 0 0,0 0 0,-1 1 0,-1 0 0,-1 0 0,0 0 0,-1 0 0,-2 1 0,1 23 0,-2-37 0,-1-1 0,2 1 0,-1 0 0,0 0 0,1 0 0,0 0 0,0 0 0,0-1 0,1 1 0,0-1 0,0 1 0,0-1 0,0 1 0,1-1 0,-1 0 0,1 0 0,0 0 0,0-1 0,7 7 0,-4-6 0,0 0 0,0-1 0,0 0 0,1 0 0,-1-1 0,1 1 0,-1-1 0,1-1 0,0 1 0,0-1 0,0-1 0,0 1 0,9-1 0,338-2-1365,-339 2-5461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47:16.5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 24575,'93'-2'0,"98"4"0,-125 6 0,-35-3 0,48 0 0,-33 2-1365,-35-4-5461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47:17.3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24575,'5'3'0,"1"0"0,-1-1 0,1 1 0,0-1 0,0 0 0,0-1 0,0 0 0,0 0 0,12 1 0,6 2 0,27 6 0,0-2 0,1-2 0,70-1 0,-50-6-1365,-57 1-5461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47:19.4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1102 24575,'0'-15'0,"0"1"0,1-1 0,1 1 0,0-1 0,1 1 0,1 0 0,0 0 0,7-15 0,57-172 0,-12-20 0,-42 168 0,-7 25 0,19-53 0,1 5 0,-21 55 0,1 0 0,1 1 0,15-29 0,-7 3 0,-15 42 0,-1-1 0,1 0 0,1 1 0,-1-1 0,1 1 0,-1 0 0,1-1 0,0 1 0,1 0 0,-1 0 0,1 0 0,0 0 0,0 1 0,0-1 0,0 1 0,5-4 0,-7 7 0,0-1 0,0 1 0,0 0 0,0 0 0,0 0 0,1 0 0,-1 0 0,0 0 0,0 0 0,0 0 0,0 0 0,0 0 0,0 1 0,0-1 0,0 0 0,0 1 0,0-1 0,0 1 0,0 0 0,0-1 0,0 1 0,0-1 0,0 1 0,0 0 0,-1 0 0,1 0 0,0-1 0,-1 1 0,1 0 0,0 0 0,-1 0 0,1 0 0,-1 0 0,0 0 0,1 0 0,-1 0 0,0 0 0,1 0 0,-1 2 0,13 48 0,-13-46 0,8 43 0,-3 1 0,0 70 0,-5 340 0,1-436 0,2 0 0,0 0 0,10 31 0,2 17 0,-8-32 0,1 0 0,24 65 0,-31-101 0,0 0 0,0 0 0,1-1 0,-1 1 0,1 0 0,0-1 0,0 1 0,0-1 0,4 4 0,-6-5 0,1 0 0,0-1 0,0 1 0,0-1 0,0 1 0,0-1 0,0 1 0,0-1 0,0 0 0,0 1 0,0-1 0,1 0 0,-1 0 0,0 0 0,0 0 0,0 0 0,0 0 0,0 0 0,2 0 0,0-2 0,0 1 0,0-1 0,0 0 0,0 0 0,0 0 0,0 0 0,0 0 0,-1-1 0,1 1 0,-1-1 0,0 0 0,0 1 0,0-1 0,0 0 0,2-5 0,15-26 0,7-10 0,-2-1 0,22-61 0,-31 67 0,13-48 0,5-29 0,-17 62 0,16-93 0,-25 103 0,25-73 0,-8 31 0,-13 34 0,-7 31 0,1-1 0,1 1 0,14-33 0,9-36-1365,-22 78-5461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47:20.1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54 24575,'1250'0'0,"-932"-18"0,-117 0 0,7 0 0,-138 19-1365,-55-1-5461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47:21.2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363 145 24575,'0'-7'0,"-1"0"0,0 1 0,0-1 0,-1 1 0,1-1 0,-1 1 0,-1-1 0,1 1 0,-1 0 0,-1 0 0,1 0 0,-1 0 0,-6-6 0,7 8 0,0 0 0,-1 0 0,0 0 0,0 0 0,0 1 0,0 0 0,0 0 0,-1 0 0,0 1 0,1-1 0,-1 1 0,0 0 0,0 0 0,0 1 0,0-1 0,-1 1 0,-5 0 0,7 0 0,0 1 0,-1 0 0,1 0 0,0 0 0,0 1 0,0-1 0,-1 1 0,1 0 0,0 0 0,0 0 0,0 1 0,0 0 0,1-1 0,-1 1 0,0 1 0,1-1 0,-1 0 0,1 1 0,0 0 0,-6 5 0,6-2 0,0-1 0,0 1 0,1 0 0,-1-1 0,1 1 0,1 0 0,-1 0 0,1 1 0,0-1 0,0 0 0,1 0 0,0 0 0,1 9 0,1 3 0,1 0 0,1-1 0,1 0 0,0 0 0,2 0 0,-1 0 0,14 20 0,-3 1 0,-7-19 0,-1 2 0,-1-1 0,-1 1 0,-1 1 0,-1-1 0,0 1 0,2 44 0,-6-58 0,-1 0 0,1 1 0,-2-1 0,1 0 0,-1 0 0,0 1 0,-1-1 0,0 0 0,0 0 0,-1 0 0,0 0 0,-1-1 0,1 1 0,-1-1 0,-1 0 0,-8 11 0,6-9 0,-1 0 0,0-1 0,0 0 0,-1 0 0,0-1 0,-1 0 0,1-1 0,-12 6 0,16-10 0,-1 1 0,1-1 0,-1 0 0,0 0 0,1-1 0,-1 0 0,0 0 0,0 0 0,0-1 0,0 1 0,1-1 0,-1-1 0,0 1 0,0-1 0,0 0 0,0-1 0,-9-3 0,14 5-23,1 0-1,-1 0 1,0 0-1,1 0 1,-1-1-1,0 1 0,1 0 1,-1-1-1,1 1 1,-1 0-1,0-1 1,1 1-1,-1-1 1,1 1-1,0-1 1,-1 1-1,1-1 1,-1 1-1,1-1 0,0 0 1,-1 1-1,1-1 1,0 1-1,-1-1 1,1 0-1,0 1 1,0-1-1,0 0 1,0 1-1,0-1 0,0 0 1,0 1-1,0-1 1,0 0-1,0 1 1,0-1-1,0 0 1,0 1-1,0-1 1,1 0-1,-1 1 1,0-1-1,1 0 0,-1 1 1,0-1-1,1 1 1,-1-1-1,1 1 1,-1-1-1,1 1 1,-1-1-1,1 1 1,-1-1-1,1 1 1,-1 0-1,1-1 0,1 0 1,8-6-6803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47:21.5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1 24575,'1'47'0,"1"-30"0,-2-1 0,0 1 0,0 0 0,-2 0 0,0-1 0,-1 1 0,0-1 0,-10 28 0,10-37-273,0 1 0,0-1 0,1 1 0,-2 15 0,3-17-6553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47:21.8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24575,'3'0'0,"4"0"0,1 0-8191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47:22.7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97 0 24575,'-1'1'0,"0"-1"0,1 0 0,-1 0 0,1 1 0,-1-1 0,1 0 0,-1 1 0,1-1 0,-1 1 0,1-1 0,-1 1 0,1-1 0,0 1 0,-1-1 0,1 1 0,0-1 0,-1 1 0,1-1 0,0 1 0,0 0 0,0-1 0,-1 1 0,1-1 0,0 1 0,0 0 0,0-1 0,0 1 0,0 0 0,0-1 0,0 1 0,0-1 0,1 1 0,-1 0 0,0-1 0,0 1 0,0-1 0,1 1 0,-1 0 0,0-1 0,0 1 0,1-1 0,-1 1 0,1-1 0,-1 1 0,1 0 0,16 28 0,-13-26 0,0 1 0,1-1 0,0-1 0,-1 1 0,1-1 0,0 1 0,1-2 0,-1 1 0,0 0 0,0-1 0,1 0 0,-1 0 0,8 0 0,35 9 0,-47-9 0,0-1 0,0 0 0,0 1 0,0-1 0,0 1 0,0 0 0,0-1 0,0 1 0,0 0 0,0 0 0,-1-1 0,1 1 0,0 0 0,0 0 0,-1 0 0,1 0 0,-1 0 0,1 0 0,-1 0 0,1 0 0,-1 0 0,0 0 0,1 0 0,-1 1 0,0-1 0,0 0 0,0 2 0,0 0 0,0 1 0,-1-1 0,0 0 0,0 1 0,0-1 0,0 0 0,-1 0 0,1 0 0,-3 5 0,-3 2 0,0 0 0,-1 0 0,0-1 0,-14 14 0,-31 24 0,-61 73 0,112-119 0,0 1 0,1 0 0,-1-1 0,1 1 0,-1 0 0,1 0 0,0 0 0,-1 0 0,1 0 0,0 0 0,0 0 0,1 0 0,-1 0 0,0 1 0,1-1 0,-1 0 0,1 0 0,0 1 0,0-1 0,0 0 0,0 1 0,0-1 0,0 0 0,1 4 0,1-4 0,0 0 0,0 0 0,0 0 0,0-1 0,0 1 0,0-1 0,0 1 0,0-1 0,0 0 0,1 0 0,-1 0 0,1 0 0,-1 0 0,0 0 0,1-1 0,0 1 0,-1-1 0,1 0 0,-1 0 0,1 0 0,4 0 0,103-3-1365,-94 3-5461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47:23.0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24575,'3'0'0,"4"3"0,4 1 0,2 0 0,4-1 0,0-1 0,1 0 0,1-2 0,-1 1 0,0-1 0,0 0 0,0-1 0,0 1 0,0 0 0,-4 3 0,0 1 0,0 0 0,-3-1-8191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47:23.8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0 243 24575,'10'1'0,"1"-1"0,-1 0 0,0-1 0,0 0 0,0 0 0,0-1 0,0 0 0,0-1 0,0 0 0,-1-1 0,1 0 0,-1-1 0,0 1 0,-1-2 0,1 1 0,-1-1 0,0-1 0,0 1 0,-1-1 0,13-15 0,-13 13 0,-1 0 0,-1-1 0,1 1 0,-2-1 0,1 0 0,3-11 0,-7 19 0,0 0 0,0-1 0,-1 1 0,1 0 0,0-1 0,-1 1 0,1 0 0,-1-1 0,0 1 0,0-1 0,0 1 0,0 0 0,0-1 0,-1 1 0,1-1 0,-1 1 0,1 0 0,-1-1 0,0 1 0,0 0 0,0 0 0,0 0 0,0 0 0,-1 0 0,1 0 0,-1 0 0,1 0 0,-1 0 0,0 0 0,1 1 0,-1-1 0,0 1 0,-3-2 0,3 2 0,0 1 0,0-1 0,1 1 0,-1 0 0,0 0 0,0-1 0,0 1 0,0 1 0,1-1 0,-1 0 0,0 0 0,0 1 0,0-1 0,1 1 0,-1-1 0,0 1 0,0 0 0,1 0 0,-1 0 0,1 0 0,-1 0 0,1 0 0,-1 0 0,1 0 0,0 1 0,-1-1 0,1 1 0,0-1 0,0 1 0,-1 2 0,-6 7 0,2 0 0,-1 0 0,-5 16 0,7-17 0,-35 78 0,32-60 0,1 1 0,1 1 0,2-1 0,1 1 0,1-1 0,2 1 0,5 56 0,-4-83 0,-1 0 0,1-1 0,0 1 0,0 0 0,0-1 0,0 1 0,0-1 0,0 0 0,1 1 0,-1-1 0,1 0 0,0 0 0,-1 0 0,1 0 0,0 0 0,0 0 0,0 0 0,1-1 0,-1 1 0,0-1 0,1 1 0,-1-1 0,1 0 0,-1 0 0,1 0 0,-1 0 0,1-1 0,0 1 0,-1-1 0,4 1 0,12 1 0,0-1 0,0-1 0,30-3 0,-15 1 0,-22 2-117,-8 1 34,0-1 0,0 0-1,0 0 1,1 0 0,-1-1 0,0 1 0,0-1-1,0 1 1,0-1 0,0 0 0,0 0 0,0 0-1,0-1 1,3-1 0,2-5-6743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47:25.0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24575,'0'3'0,"3"0"0,4 1 0,4 2 0,3 0 0,2 0 0,1-2 0,2-2 0,-1-1 0,0 0 0,1-1 0,-4 0-8191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47:28.6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 51 24575,'0'-2'0,"0"0"0,0-1 0,1 1 0,-1 0 0,1 0 0,0 0 0,-1-1 0,1 1 0,0 0 0,0 0 0,1 0 0,-1 0 0,0 0 0,1 1 0,-1-1 0,1 0 0,-1 1 0,1-1 0,0 1 0,0-1 0,0 1 0,0 0 0,0 0 0,0 0 0,0 0 0,0 0 0,0 0 0,0 0 0,1 1 0,-1-1 0,0 1 0,0 0 0,1-1 0,-1 1 0,5 1 0,0-2 0,0 2 0,0-1 0,1 1 0,-1 0 0,0 0 0,0 0 0,0 1 0,0 1 0,0-1 0,8 5 0,-8-2 0,0 0 0,0 1 0,-1 0 0,1 1 0,-1-1 0,-1 1 0,1 0 0,-1 0 0,-1 1 0,1 0 0,-1 0 0,-1 0 0,1 0 0,-1 0 0,-1 1 0,1-1 0,-2 1 0,1 0 0,-1 0 0,0 0 0,-1-1 0,0 1 0,-1 0 0,1 0 0,-2 0 0,1 0 0,-1-1 0,-4 11 0,-1-5 0,-1-1 0,0-1 0,-1 1 0,-1-1 0,-12 13 0,10-13 0,1 2 0,0-1 0,-11 21 0,21-34 0,1 1 0,0-1 0,0 1 0,0 0 0,0-1 0,0 1 0,0 0 0,0-1 0,0 1 0,0-1 0,0 1 0,0 0 0,0-1 0,0 1 0,1 0 0,-1-1 0,0 1 0,0-1 0,1 1 0,-1-1 0,0 1 0,1-1 0,-1 1 0,0-1 0,1 1 0,-1-1 0,1 1 0,-1-1 0,1 0 0,-1 1 0,1-1 0,-1 0 0,1 1 0,0-1 0,-1 0 0,1 0 0,32 14 0,-11-5 0,-17-5 0,1 1 0,-1-1 0,0 1 0,0 0 0,0 0 0,-1 0 0,1 1 0,-1-1 0,-1 1 0,1 0 0,-1 0 0,0 1 0,0-1 0,2 12 0,0 3 0,-1 1 0,-1-1 0,1 32 0,-4-45 0,0 0 0,-1 0 0,0 0 0,0 0 0,-1-1 0,0 1 0,-1-1 0,1 1 0,-1-1 0,0 0 0,-1 0 0,0 0 0,0 0 0,-1-1 0,-9 11 0,2-5 0,0 0 0,-1 0 0,0-2 0,-1 1 0,0-2 0,-18 10 0,13-9 0,-48 23 0,63-31 0,-1-1 0,1 1 0,-1-1 0,1 0 0,-1 0 0,1-1 0,-1 1 0,0-1 0,1 0 0,-1-1 0,0 1 0,1-1 0,-6-1 0,9 2 0,0 0 0,0 0 0,0-1 0,0 1 0,1-1 0,-1 1 0,0 0 0,0-1 0,0 1 0,1-1 0,-1 0 0,0 1 0,1-1 0,-1 0 0,0 1 0,1-1 0,-1 0 0,1 0 0,-1 1 0,1-1 0,-1 0 0,1 0 0,0 0 0,-1 0 0,1 0 0,0 0 0,0 1 0,0-3 0,0 1 0,0-1 0,1 1 0,-1-1 0,1 1 0,0-1 0,-1 1 0,1-1 0,0 1 0,1 0 0,1-4 0,4-3 0,0-1 0,0 1 0,14-13 0,1 5 0,2 0 0,0 1 0,1 1 0,46-20 0,-43 22 0,-7 2-117,-8 6-62,0-1 1,-1-1 0,1 0 0,-2 0-1,1-2 1,14-12 0,-17 10-6648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47:29.5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183 64 24575,'0'-1'0,"0"-1"0,0 0 0,0 0 0,0 1 0,0-1 0,-1 0 0,1 0 0,-1 1 0,1-1 0,-1 0 0,1 1 0,-1-1 0,0 0 0,0 1 0,0-1 0,0 1 0,0 0 0,0-1 0,0 1 0,0 0 0,-1-1 0,1 1 0,0 0 0,-1 0 0,1 0 0,-1 0 0,1 1 0,-1-1 0,1 0 0,-1 0 0,0 1 0,1-1 0,-1 1 0,0 0 0,0-1 0,1 1 0,-1 0 0,0 0 0,0 0 0,-3 1 0,1-1 0,0 1 0,0 0 0,0 0 0,0 0 0,0 0 0,0 0 0,0 1 0,1 0 0,-1 0 0,0 0 0,1 0 0,0 1 0,-1-1 0,1 1 0,0 0 0,-4 5 0,-3 6 0,1 1 0,1 0 0,0 1 0,1-1 0,1 1 0,-9 32 0,13-40 0,1 0 0,0 0 0,0 0 0,0 0 0,1 1 0,0-1 0,1 0 0,0 0 0,0 0 0,1 0 0,0 0 0,0-1 0,1 1 0,0 0 0,0-1 0,8 13 0,-9-17 0,-1-1 0,0 0 0,1-1 0,0 1 0,-1 0 0,1 0 0,0-1 0,0 1 0,0-1 0,0 0 0,0 1 0,0-1 0,0 0 0,1 0 0,-1 0 0,0-1 0,1 1 0,-1 0 0,1-1 0,-1 0 0,0 1 0,1-1 0,-1 0 0,1 0 0,-1-1 0,1 1 0,-1 0 0,0-1 0,1 1 0,-1-1 0,0 0 0,1 0 0,-1 0 0,0 0 0,0 0 0,0 0 0,0-1 0,3-1 0,1-2 0,-1 1 0,1-1 0,-1 0 0,0 0 0,0 0 0,-1-1 0,1 0 0,-1 0 0,0 0 0,-1 0 0,6-13 0,-2-8 0,-1 0 0,-1 0 0,-2-1 0,0 1 0,-3-51 0,10 31 0,-10 47 0,0-1 0,1 0 0,-1 1 0,0-1 0,0 0 0,0 1 0,0-1 0,1 0 0,-1 1 0,0-1 0,1 0 0,-1 1 0,0-1 0,1 1 0,-1-1 0,1 1 0,-1-1 0,1 1 0,-1-1 0,1 1 0,-1 0 0,1-1 0,-1 1 0,1-1 0,0 1 0,-1 0 0,1 0 0,-1-1 0,1 1 0,0 0 0,-1 0 0,1 0 0,0 0 0,0 0 0,-1 0 0,1 0 0,0 0 0,-1 0 0,1 0 0,0 0 0,-1 0 0,1 1 0,0-1 0,-1 0 0,1 0 0,-1 1 0,1-1 0,0 0 0,-1 1 0,1-1 0,-1 0 0,1 1 0,-1-1 0,1 1 0,-1-1 0,1 1 0,-1 0 0,0-1 0,1 1 0,-1-1 0,0 1 0,1 0 0,-1-1 0,0 2 0,3 3 0,-1 0 0,1 0 0,-2 0 0,1 0 0,0 0 0,-1 1 0,0-1 0,0 0 0,0 11 0,-4 57 0,1-32 0,2-33 0,-1 2 0,1 1 0,1 0 0,0 0 0,0-1 0,3 12 0,-3-19 0,0 0 0,0 0 0,1 0 0,-1 0 0,0-1 0,1 1 0,0-1 0,0 1 0,-1-1 0,2 1 0,-1-1 0,0 0 0,0 0 0,1 0 0,-1-1 0,1 1 0,-1 0 0,1-1 0,0 0 0,-1 1 0,1-1 0,6 1 0,-7-1-72,-1-1 1,1 0-1,0 0 0,-1 0 0,1 0 0,0 0 0,-1 0 0,1 0 1,0 0-1,-1-1 0,1 1 0,0-1 0,-1 1 0,1-1 0,-1 1 1,1-1-1,-1 0 0,2-1 0,5-5-6754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47:29.9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1 24575,'1'0'0,"0"1"0,0-1 0,0 1 0,0 0 0,0-1 0,0 1 0,0 0 0,-1-1 0,1 1 0,0 0 0,-1 0 0,1 0 0,0-1 0,-1 1 0,1 0 0,-1 0 0,1 0 0,-1 0 0,0 0 0,1 0 0,-1 0 0,0 0 0,0 1 0,0-1 0,0 0 0,1 0 0,-2 1 0,4 37 0,-3-35 0,1 28 0,-3 186 0,0-202 44,-1 0-1,-9 27 1,-2 9-1540,11-40-5330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47:30.2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0 110 24575,'1'-1'0,"-1"0"0,1-1 0,0 1 0,-1 0 0,1 0 0,0-1 0,0 1 0,0 0 0,0 0 0,0 0 0,0 0 0,0 0 0,0 0 0,0 0 0,0 1 0,1-1 0,-1 0 0,0 0 0,0 1 0,1-1 0,-1 1 0,3-1 0,36-10 0,-36 10 0,4-1-68,5 0-50,1 0 0,-1-2 0,0 1 0,0-2 1,0 0-1,-1 0 0,0-1 0,0-1 0,0 0 0,16-13 0,-20 12-6708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47:30.5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0 24575,'0'15'0,"0"84"0,-14 104 0,11-166-1365,2-22-5461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47:31.4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1 543 24575,'0'1'0,"1"1"0,0 0 0,-1 0 0,1 0 0,0-1 0,0 1 0,0-1 0,0 1 0,0 0 0,0-1 0,1 0 0,-1 1 0,0-1 0,1 0 0,-1 0 0,1 0 0,-1 1 0,1-2 0,0 1 0,-1 0 0,1 0 0,0 0 0,0-1 0,0 1 0,-1-1 0,1 0 0,0 1 0,3-1 0,1 1 0,-1 0 0,1 0 0,-1-1 0,1 0 0,-1 0 0,1 0 0,-1-1 0,10-1 0,-11 0 0,0-1 0,0 1 0,0-1 0,0 0 0,0 0 0,0 0 0,-1 0 0,0-1 0,1 0 0,-1 1 0,-1-1 0,1 0 0,0 0 0,-1-1 0,4-8 0,2-7 0,-1-1 0,5-25 0,-9 32 0,10-33 0,-4 14 0,9-59 0,-14 44 0,-3-1 0,-5-63 0,4 110 0,0 0 0,0 0 0,0 0 0,-1 0 0,1 0 0,-1 0 0,1 0 0,-1 1 0,1-1 0,-1 0 0,0 0 0,0 0 0,0 1 0,-2-4 0,-2 10 0,2 17 0,2-5 0,1 0 0,1 0 0,0 1 0,1-1 0,5 21 0,-6-35 0,0 0 0,0 0 0,0 0 0,0-1 0,0 1 0,0 0 0,1 0 0,0 0 0,-1-1 0,1 1 0,0-1 0,0 0 0,0 1 0,0-1 0,1 0 0,-1 0 0,1 0 0,-1-1 0,1 1 0,0 0 0,0-1 0,-1 0 0,1 0 0,0 0 0,0 0 0,0 0 0,0 0 0,0-1 0,1 0 0,-1 1 0,0-1 0,0 0 0,0-1 0,0 1 0,0 0 0,0-1 0,4-1 0,0 0 0,0-1 0,0-1 0,-1 1 0,1-1 0,-1 0 0,0 0 0,0-1 0,0 0 0,0 0 0,8-10 0,-4 3 0,0-1 0,0 0 0,-1 0 0,8-16 0,-7-11 0,-9 32 0,-1 29 0,-9 80 0,4-65 0,0 44 0,4 12 0,3 80 0,-2-169 0,1 1 0,-1-1 0,1 0 0,0 1 0,0-1 0,0 0 0,0 0 0,1 0 0,-1 0 0,1 0 0,0 0 0,0 0 0,0-1 0,0 1 0,0-1 0,1 1 0,-1-1 0,1 0 0,-1 0 0,1 0 0,0 0 0,0 0 0,0-1 0,0 1 0,0-1 0,0 0 0,0 0 0,0 0 0,1 0 0,-1-1 0,6 1 0,-3 0 0,1-1 0,-1 0 0,0 0 0,0-1 0,0 0 0,0 0 0,0 0 0,0-1 0,0 0 0,0 0 0,0 0 0,-1-1 0,1 0 0,-1 0 0,0 0 0,8-7 0,15-18-1365,-17 16-5461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47:31.7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0 24575,'-19'173'0,"19"-109"0,0 12 0,-13 107 0,11-166-1365,1-2-5461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47:32.1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55 24575,'1'-2'0,"0"1"0,-1-1 0,1 1 0,0-1 0,0 1 0,0 0 0,0-1 0,0 1 0,0 0 0,0 0 0,1 0 0,-1 0 0,0 0 0,1 0 0,-1 0 0,0 0 0,1 0 0,-1 1 0,1-1 0,-1 1 0,1-1 0,2 0 0,37-9 0,137-5 0,-91 11-1365,-72 4-5461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47:32.9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72 1 24575,'-2'32'0,"-2"-1"0,-1 0 0,-11 42 0,6-34 0,-6 56 0,7-31 0,5-41 0,1 0 0,0 25 0,3-40 0,1 0 0,-1 0 0,2 0 0,-1 0 0,1 0 0,0 0 0,0 0 0,1 0 0,0-1 0,1 0 0,0 1 0,8 11 0,-9-15 0,1 0 0,-1 0 0,1-1 0,0 1 0,0-1 0,0 0 0,1 0 0,-1 0 0,1-1 0,-1 1 0,1-1 0,0 0 0,0-1 0,0 1 0,0-1 0,0 0 0,0 0 0,1-1 0,-1 1 0,0-1 0,6-1 0,-7 0 0,1 0 0,-1 0 0,1-1 0,-1 1 0,0-1 0,0 0 0,1-1 0,-1 1 0,-1-1 0,1 0 0,0 1 0,-1-2 0,1 1 0,-1 0 0,0-1 0,0 0 0,0 1 0,2-7 0,0 4 0,-1-1 0,0-1 0,0 1 0,-1 0 0,0-1 0,0 0 0,-1 0 0,0 0 0,1-13 0,-3 7 0,-1-1 0,-1 1 0,0 0 0,-1 0 0,-1 0 0,0 1 0,0-1 0,-2 1 0,1 0 0,-2 0 0,0 1 0,0 0 0,-14-17 0,27 39 0,-5-8 0,-1 0 0,1 0 0,1 0 0,-1 0 0,0 0 0,0 0 0,1-1 0,-1 1 0,1 0 0,-1-1 0,1 1 0,0-1 0,0 0 0,-1 1 0,1-1 0,0 0 0,0 0 0,4 1 0,-3-1 6,1 0-1,-1 0 1,1 0-1,-1-1 0,1 0 1,0 1-1,-1-1 1,1-1-1,-1 1 1,1 0-1,0-1 1,-1 0-1,1 1 0,-1-2 1,0 1-1,1 0 1,-1-1-1,0 1 1,0-1-1,1 0 1,2-3-1,-2 2-104,0-1 0,0 0 0,-1 0 0,0 0 0,0 0 0,0 0 0,0-1 0,0 1 0,-1-1 0,0 0 0,0 0 0,0 0 0,-1 0 0,1-6 0,1-2-6727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47:33.4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0 234 24575,'1'-8'0,"1"1"0,-1-1 0,1 1 0,0 0 0,1 0 0,0 0 0,0 0 0,0 0 0,1 1 0,6-9 0,-4 6 0,-1 0 0,1-1 0,-2 1 0,6-17 0,-7-6 0,-4 28 0,1 0 0,0 0 0,0 0 0,1 0 0,-1 1 0,1-1 0,0 0 0,0 0 0,0 0 0,1 1 0,2-7 0,-2 14 0,0 0 0,-1 0 0,1 1 0,-1-1 0,0 1 0,-1-1 0,1 10 0,-1-10 0,14 164 0,6 68 0,-17-178 0,14 106 0,-10-136-1365,-4-17-5461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47:34.1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1 507 24575,'10'1'0,"1"-2"0,-1 1 0,0-1 0,21-5 0,-28 5 0,1-1 0,0 1 0,0-1 0,-1 0 0,1-1 0,-1 1 0,1 0 0,-1-1 0,0 0 0,0 0 0,0 0 0,0 0 0,-1 0 0,1-1 0,1-3 0,0 0 0,98-175 0,-92 160 0,-2 0 0,0 0 0,-1-1 0,-1 0 0,-2-1 0,4-41 0,-8 62 0,1 0 0,-1 1 0,0-1 0,-1 0 0,1 0 0,0 0 0,-1 1 0,1-1 0,-1 0 0,0 0 0,0 1 0,0-1 0,0 1 0,-1-1 0,1 1 0,-1-1 0,1 1 0,-1 0 0,0 0 0,0 0 0,0 0 0,0 0 0,-4-2 0,4 3 0,0 0 0,0 1 0,0-1 0,0 1 0,0 0 0,0 0 0,0 0 0,0 0 0,0 0 0,0 0 0,0 0 0,0 1 0,0-1 0,0 1 0,1-1 0,-1 1 0,0 0 0,0 0 0,0-1 0,0 2 0,1-1 0,-1 0 0,0 0 0,1 0 0,-1 1 0,1-1 0,0 1 0,-1-1 0,1 1 0,0-1 0,0 1 0,0 0 0,-1 2 0,-15 22 0,1 0 0,2 1 0,0 1 0,2 0 0,1 1 0,1 0 0,2 1 0,1 0 0,1 0 0,1 1 0,2-1 0,1 35 0,3-56 0,-1 1 0,2-1 0,0 0 0,0 0 0,0-1 0,1 1 0,1 0 0,-1-1 0,1 0 0,1 0 0,-1 0 0,1 0 0,1-1 0,0 1 0,0-2 0,9 10 0,6 2 0,-1-1 0,2-2 0,0 0 0,35 17 0,-52-29 9,-1-1-1,1 0 1,0 0-1,0-1 1,0 1 0,0-1-1,0 0 1,0-1-1,0 1 1,1-1-1,-1 0 1,0 0-1,10-2 1,-11 1-74,-1 1 1,0-2-1,0 1 1,0 0-1,0-1 1,0 1-1,0-1 0,0 0 1,-1 0-1,1 0 1,0 0-1,-1 0 1,0-1-1,1 1 0,-1-1 1,0 1-1,0-1 1,-1 0-1,1 0 1,-1 0-1,1 0 1,1-5-1,0-4-6761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47:34.9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24575,'442'0'-1365,"-427"0"-5461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47:36.4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 1 24575,'1'0'0,"0"1"0,0-1 0,0 1 0,0 0 0,0-1 0,0 1 0,0 0 0,0 0 0,-1-1 0,1 1 0,0 0 0,-1 0 0,1 0 0,0 0 0,-1 0 0,1 0 0,-1 0 0,0 0 0,1 0 0,-1 0 0,0 0 0,0 1 0,1-1 0,-1 0 0,0 0 0,0 0 0,0 1 0,2 38 0,-2-35 0,0 10 0,2 50 0,10 68 0,-11-118 0,-1 0 0,0 0 0,-1 0 0,0 1 0,-1-1 0,-1 0 0,-1-1 0,0 1 0,-1 0 0,0-1 0,-1 0 0,-10 17 0,-9 27 0,21-40 0,15-25 0,19-27 0,-27 31 0,29-41 0,34-58 0,-31 46 0,-22 31 0,-1 0 0,-1 0 0,-1-1 0,7-32 0,6-12 0,-21 61 0,16-36 0,-18 45 0,0-1 0,1 0 0,-1 1 0,0-1 0,1 0 0,-1 1 0,0-1 0,1 1 0,-1-1 0,1 1 0,-1-1 0,1 1 0,-1-1 0,1 1 0,-1-1 0,1 1 0,0-1 0,-1 1 0,1 0 0,0 0 0,-1-1 0,1 1 0,0 0 0,-1 0 0,1 0 0,0 0 0,0-1 0,-1 1 0,1 0 0,0 0 0,-1 1 0,1-1 0,0 0 0,0 0 0,-1 0 0,1 0 0,0 1 0,-1-1 0,1 0 0,0 0 0,-1 1 0,1-1 0,-1 1 0,1-1 0,-1 1 0,1-1 0,-1 1 0,1-1 0,-1 1 0,1-1 0,-1 1 0,1-1 0,0 2 0,9 25-1365,-7-12-5461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47:36.9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48 24575,'1'-1'0,"-1"-1"0,1 1 0,0-1 0,0 1 0,0 0 0,0-1 0,0 1 0,0 0 0,0 0 0,0-1 0,1 1 0,-1 0 0,0 0 0,1 0 0,-1 1 0,1-1 0,-1 0 0,1 0 0,-1 1 0,1-1 0,3 0 0,35-9 0,21 7 0,-42 2 0,-1 0 0,34-6 0,-51 7 0,1 0 0,0-1 0,-1 1 0,1 0 0,0 0 0,-1 0 0,1 0 0,-1 0 0,1 0 0,0 1 0,-1-1 0,1 0 0,-1 1 0,1-1 0,-1 1 0,1 0 0,-1-1 0,1 1 0,-1 0 0,0 0 0,1 0 0,-1 0 0,0 0 0,0 0 0,0 1 0,0-1 0,0 0 0,0 0 0,0 1 0,0-1 0,0 1 0,-1-1 0,1 1 0,0-1 0,-1 1 0,1-1 0,-1 1 0,0-1 0,0 1 0,0 0 0,1 2 0,0 11 0,0 0 0,-1 0 0,-3 27 0,1-14 0,0 6 0,1-22 0,0-1 0,0 1 0,1-1 0,1 0 0,0 1 0,0-1 0,4 13 0,-4-23 0,-1 1 0,1-1 0,0 0 0,-1 0 0,1 1 0,0-1 0,0 0 0,0 0 0,0 0 0,0 0 0,0 0 0,0 0 0,0 0 0,0 0 0,0 0 0,1 0 0,-1-1 0,0 1 0,1 0 0,-1-1 0,0 0 0,1 1 0,1 0 0,1-1 0,-1 0 0,0 0 0,1 0 0,-1-1 0,0 1 0,0-1 0,1 0 0,-1 0 0,0 0 0,3-2 0,4-2 0,0 0 0,-1 0 0,0-1 0,0-1 0,10-9 0,7-7-107,-11 9-144,0 0-1,-1 0 0,-1-2 1,19-26-1,-23 27-6574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47:37.4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165 100 24575,'0'-9'0,"-3"-49"0,3 57 0,0-1 0,0 1 0,0 0 0,-1-1 0,1 1 0,0 0 0,-1-1 0,1 1 0,-1 0 0,1-1 0,-1 1 0,0 0 0,1 0 0,-1 0 0,0-1 0,0 1 0,0 0 0,0 0 0,0 0 0,0 0 0,0 1 0,0-1 0,0 0 0,0 0 0,-1 1 0,1-1 0,0 1 0,0-1 0,-1 1 0,1-1 0,0 1 0,-1 0 0,-2-1 0,2 2 0,0 0 0,0-1 0,0 1 0,1 0 0,-1 0 0,0 0 0,0 1 0,1-1 0,-1 0 0,1 0 0,-1 1 0,1-1 0,-1 1 0,1 0 0,0-1 0,0 1 0,0 0 0,-1 2 0,-18 40 0,16-35 0,-53 158 0,52-155 0,2 1 0,-1 0 0,2 0 0,0 0 0,0 0 0,1 21 0,7 79 0,-6-111 0,0 0 0,1-1 0,-1 1 0,0 0 0,1-1 0,0 1 0,-1 0 0,1-1 0,0 1 0,0-1 0,0 1 0,0-1 0,0 0 0,0 1 0,0-1 0,0 0 0,1 0 0,-1 0 0,0 0 0,1 0 0,-1 0 0,4 1 0,0 0 0,-1 0 0,1-1 0,0 0 0,0 0 0,-1 0 0,1 0 0,0-1 0,7 0 0,-4 0 0,1-1 0,-1 0 0,1 0 0,-1-1 0,0 0 0,1 0 0,-1-1 0,0 0 0,12-7 0,-12 3 0,0 0 0,0-1 0,-1 0 0,0 0 0,0-1 0,-1 0 0,0 0 0,-1 0 0,0-1 0,0 0 0,-1 0 0,0 0 0,-1 0 0,0-1 0,-1 0 0,2-11 0,0-15 0,-2 1 0,-1-1 0,-6-52 0,4 78-227,0 0-1,-2 0 1,1 0-1,-1 0 1,-9-20-1,7 20-6598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47:37.9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1 503 24575,'5'-1'0,"1"1"0,0-1 0,0-1 0,-1 1 0,1-1 0,-1 0 0,1 0 0,-1 0 0,0-1 0,1 1 0,-2-2 0,1 1 0,0 0 0,0-1 0,-1 0 0,0 0 0,0 0 0,0-1 0,6-9 0,5-8 0,-1-2 0,-1 1 0,10-29 0,-7 16 0,10-18 0,-3-1 0,21-75 0,-44 127 0,1 1 0,-1 0 0,1-1 0,0 1 0,0 0 0,0-1 0,0 1 0,0 0 0,0 0 0,0 0 0,1 0 0,-1 0 0,1 1 0,-1-1 0,1 0 0,0 0 0,0 1 0,0 0 0,0-1 0,4-1 0,-5 3 0,-1 0 0,1-1 0,0 1 0,-1 0 0,1 0 0,0 1 0,-1-1 0,1 0 0,0 0 0,-1 0 0,1 0 0,0 1 0,-1-1 0,1 0 0,-1 0 0,1 1 0,-1-1 0,1 1 0,-1-1 0,1 0 0,-1 1 0,1-1 0,-1 1 0,1-1 0,-1 1 0,1 0 0,0 2 0,1-1 0,-1 1 0,0-1 0,0 1 0,0 0 0,-1 0 0,1-1 0,-1 1 0,1 5 0,1 275 0,-5-137 0,3-129-1365,0-1-5461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47:38.2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36 24575,'3'0'0,"4"0"0,4 0 0,3 0 0,2 0 0,1 0 0,-2-3 0,0-1 0,-1 0 0,1 1 0,1 1 0,-2-2 0,-1-1 0,1 1 0,0 1 0,2 1 0,-3 1-8191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47:38.8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0 540 24575,'10'-3'0,"-1"0"0,0 0 0,0-1 0,0 0 0,0-1 0,-1 0 0,1 0 0,-1-1 0,10-9 0,10-10 0,-1-1 0,-1 0 0,-1-2 0,-2-1 0,-1-1 0,36-64 0,-52 78 0,0 1 0,-2-1 0,1 0 0,-2 0 0,0-1 0,-1 1 0,-1-1 0,0 1 0,-1-1 0,-3-21 0,3 36 0,0 1 0,0-1 0,0 0 0,-1 1 0,1-1 0,0 1 0,-1-1 0,1 1 0,-1-1 0,0 1 0,1 0 0,-1-1 0,0 1 0,0 0 0,0-1 0,-1 0 0,1 1 0,1 1 0,-1 0 0,0-1 0,1 1 0,-1 0 0,0 0 0,1 0 0,-1 0 0,0-1 0,1 1 0,-1 0 0,0 0 0,1 0 0,-1 1 0,0-1 0,1 0 0,-1 0 0,0 0 0,1 0 0,-1 0 0,0 1 0,1-1 0,-1 0 0,1 1 0,-2 0 0,-1 1 0,0 0 0,1 1 0,-1-1 0,0 1 0,1 0 0,-1 0 0,1 0 0,0 0 0,0 0 0,0 0 0,-2 7 0,-66 170 0,24-17 0,15-44 0,26-104 0,2-5 0,0-1 0,0 1 0,1-1 0,0 1 0,1 0 0,-1 12 0,2-19 0,1-1 0,-1 1 0,1 0 0,-1-1 0,1 1 0,0-1 0,0 1 0,0-1 0,1 1 0,-1-1 0,0 0 0,1 1 0,-1-1 0,1 0 0,0 0 0,0 0 0,0 0 0,0 0 0,0-1 0,0 1 0,1-1 0,-1 1 0,0-1 0,1 0 0,-1 0 0,1 0 0,-1 0 0,4 0 0,0 1 0,1 0 0,-1 0 0,1-1 0,0 0 0,0 0 0,-1 0 0,1-1 0,0 0 0,0-1 0,-1 0 0,14-2 0,-17 2 0,0 0 0,0-1 0,-1 1 0,1-1 0,0 1 0,-1-1 0,1 0 0,-1 0 0,1 0 0,-1 0 0,0 0 0,0 0 0,0-1 0,0 1 0,0-1 0,-1 0 0,1 1 0,-1-1 0,1 0 0,-1 0 0,0 0 0,0 0 0,-1 0 0,1 0 0,-1 0 0,1 0 0,-1-5 0,-1-116-1365,1 109-5461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47:39.4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108 9 24575,'0'0'0,"0"0"0,0-1 0,0 1 0,0 0 0,0 0 0,0-1 0,0 1 0,0 0 0,0 0 0,0-1 0,0 1 0,0 0 0,0-1 0,0 1 0,0 0 0,0 0 0,0-1 0,0 1 0,0 0 0,0 0 0,-1-1 0,1 1 0,0 0 0,0 0 0,0 0 0,-1-1 0,1 1 0,0 0 0,0 0 0,0 0 0,-1-1 0,1 1 0,0 0 0,0 0 0,-1 0 0,1 0 0,-1 0 0,-9 6 0,-7 15 0,-6 46 0,-22 95 0,43-152 0,0 1 0,0 0 0,1 0 0,0-1 0,1 1 0,2 15 0,-1-22 0,-1-1 0,1 1 0,0-1 0,0 0 0,0 1 0,1-1 0,-1 0 0,1 0 0,0 0 0,0 0 0,0 0 0,0 0 0,0 0 0,0-1 0,1 1 0,0-1 0,-1 0 0,1 0 0,0 0 0,0 0 0,0 0 0,7 2 0,-3 0 0,0-2 0,0 1 0,0-1 0,0 0 0,1-1 0,-1 0 0,1 0 0,-1 0 0,1-1 0,-1 0 0,11-2 0,-14 1 0,1 0 0,-1-1 0,0 0 0,0 0 0,0 0 0,0 0 0,0-1 0,-1 1 0,1-1 0,-1 0 0,1 0 0,-1 0 0,0-1 0,0 1 0,-1-1 0,1 0 0,-1 1 0,1-1 0,-1 0 0,1-5 0,7-15 0,-2 1 0,0-2 0,-2 1 0,-1-1 0,0 0 0,-2 0 0,-1 0 0,-1 0 0,-1 0 0,-5-31 0,5 52-124,-1 1 0,1-1 0,-1 1 0,0 0 0,0 0 0,0-1-1,0 1 1,-1 0 0,1 0 0,-3-4 0,-3-1-6702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47:40.2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1 440 24575,'5'-2'0,"1"0"0,-1 0 0,0-1 0,0 0 0,0 0 0,0-1 0,-1 1 0,1-1 0,-1 0 0,5-6 0,3 0 0,9-13 0,0 0 0,-1-1 0,-2-1 0,0-1 0,-2-1 0,15-31 0,-30 56 0,6-10 0,0-1 0,-1-1 0,0 1 0,-1-1 0,0 0 0,-2 0 0,1 0 0,-2-1 0,2-26 0,-4 40 0,1 1 0,-1-1 0,0 0 0,0 1 0,0-1 0,0 1 0,0-1 0,0 1 0,0-1 0,0 1 0,0-1 0,0 0 0,-1 1 0,1-1 0,0 1 0,0-1 0,0 1 0,-1-1 0,1 1 0,0-1 0,-1 1 0,1 0 0,0-1 0,-1 1 0,1-1 0,0 1 0,-1 0 0,1-1 0,-1 1 0,1 0 0,-1-1 0,1 1 0,-1 0 0,1 0 0,-1-1 0,1 1 0,-1 0 0,0 0 0,-19 15 0,-13 33 0,12-12 0,-77 145 0,83-149 0,2-1 0,2 2 0,1-1 0,-6 36 0,13-52 0,-2 8 0,1 1 0,1 0 0,0 45 0,4-62 0,0 0 0,0-1 0,0 1 0,1 0 0,0-1 0,1 0 0,0 1 0,0-1 0,0 0 0,1-1 0,0 1 0,1-1 0,-1 1 0,1-1 0,0-1 0,10 10 0,-7-9 0,0-1 0,0 1 0,0-1 0,1 0 0,0-1 0,0 0 0,0-1 0,1 0 0,-1 0 0,1-1 0,0 0 0,-1-1 0,1 0 0,0 0 0,0-1 0,0 0 0,0-1 0,0 0 0,-1-1 0,20-5 0,-26 5 0,0 0 0,0 0 0,0-1 0,0 1 0,0-1 0,0 0 0,-1 0 0,0 1 0,1-2 0,-1 1 0,0 0 0,0 0 0,-1-1 0,1 1 0,-1-1 0,0 1 0,1-1 0,-2 1 0,1-1 0,0 0 0,-1-4 0,2-13 0,-1-1 0,-3-34 0,0 21 0,2 27-136,0-1-1,0 0 1,-1 0-1,-1 1 1,1-1-1,-1 1 1,-1-1-1,0 1 0,-6-14 1,3 11-6690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47:40.8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93 0 24575,'-2'0'0,"1"1"0,-1-1 0,1 0 0,-1 1 0,1-1 0,0 1 0,-1 0 0,1-1 0,0 1 0,-1 0 0,1 0 0,0 0 0,0 0 0,0 0 0,0 0 0,0 0 0,0 0 0,0 0 0,-1 2 0,-18 37 0,-2 45 0,16-53 0,0 1 0,2 1 0,-1 43 0,4-37 0,-1-29 0,1 0 0,1 1 0,0-1 0,1 0 0,0 1 0,5 19 0,-5-31 0,-1 1 0,0 0 0,0 0 0,1 0 0,-1 0 0,1 0 0,-1 0 0,1-1 0,-1 1 0,1 0 0,-1 0 0,1-1 0,0 1 0,0 0 0,-1-1 0,1 1 0,0-1 0,0 1 0,-1-1 0,1 1 0,0-1 0,0 0 0,0 1 0,0-1 0,0 0 0,0 0 0,0 0 0,1 1 0,0-2 0,0 1 0,0-1 0,0 1 0,0-1 0,0 0 0,0 1 0,0-1 0,0 0 0,0 0 0,-1-1 0,1 1 0,1-2 0,5-3 0,0-1 0,-1-1 0,0 1 0,6-11 0,-3 1 0,0-1 0,-1-1 0,0 0 0,-2 0 0,0 0 0,7-37 0,1-2 0,-15 56 0,0 1 0,1-1 0,-1 0 0,0 0 0,1 1 0,0-1 0,0 0 0,-1 1 0,1-1 0,0 0 0,0 1 0,0 0 0,0-1 0,1 1 0,-1-1 0,0 1 0,1 0 0,-1 0 0,1 0 0,-1 0 0,1 0 0,-1 0 0,1 0 0,-1 1 0,4-2 0,-4 3 0,1-1 0,-1 1 0,0-1 0,1 1 0,-1 0 0,0-1 0,0 1 0,1 0 0,-1 0 0,0 0 0,0 0 0,0 0 0,0 0 0,0 0 0,0 1 0,0-1 0,-1 0 0,1 0 0,0 1 0,-1-1 0,1 1 0,-1-1 0,1 0 0,-1 1 0,0-1 0,1 1 0,-1-1 0,0 1 0,0-1 0,0 4 0,2 33 0,-3 74 0,-1-69 0,3 49 0,0-90 4,-1 0 0,0 0 0,1-1 0,-1 1 0,1 0-1,0 0 1,-1-1 0,1 1 0,0 0 0,0-1 0,0 1 0,0-1-1,0 0 1,0 1 0,1-1 0,-1 0 0,0 1 0,1-1 0,-1 0 0,1 0-1,-1 0 1,1 0 0,0-1 0,-1 1 0,1 0 0,0-1 0,0 1-1,-1-1 1,1 1 0,2-1 0,0 1-110,0-1 0,0 0 0,0 0 0,-1 0 0,1 0 0,0-1-1,0 1 1,0-1 0,-1 0 0,1 0 0,0-1 0,-1 1 0,6-4 0,3-3-6720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47:41.3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108 41 24575,'0'-2'0,"0"1"0,0-1 0,1 1 0,-1 0 0,0-1 0,0 1 0,0-1 0,-1 1 0,1-1 0,0 1 0,0 0 0,-1-1 0,1 1 0,-1 0 0,1-1 0,-1 1 0,0 0 0,1 0 0,-1-1 0,0 1 0,0 0 0,0 0 0,0 0 0,0 0 0,0 0 0,0 0 0,0 0 0,0 0 0,-1 1 0,1-1 0,0 0 0,0 1 0,-3-2 0,1 3 0,1-1 0,0 1 0,0-1 0,0 1 0,1 0 0,-1 0 0,0 0 0,0 0 0,0 0 0,0 0 0,1 0 0,-1 0 0,1 1 0,-1-1 0,1 1 0,-1-1 0,1 1 0,0 0 0,0-1 0,0 1 0,0 0 0,0 0 0,-1 3 0,-7 15 0,1 1 0,2 0 0,0 0 0,1 1 0,-4 40 0,6-19 0,6 87 0,-2-120 0,1-1 0,0 0 0,1 0 0,0 0 0,0 0 0,1-1 0,0 1 0,0-1 0,1 0 0,0 0 0,1 0 0,-1-1 0,2 0 0,-1 0 0,1 0 0,0-1 0,0 0 0,1-1 0,-1 1 0,1-1 0,1-1 0,9 5 0,-13-7 0,0 0 0,0-1 0,0 1 0,0-1 0,0 0 0,1-1 0,-1 1 0,0-1 0,1 0 0,-1 0 0,0 0 0,0-1 0,1 0 0,8-3 0,-11 3 0,0 0 0,0 0 0,-1-1 0,1 0 0,0 0 0,-1 1 0,1-2 0,-1 1 0,1 0 0,-1 0 0,0-1 0,0 1 0,0-1 0,-1 1 0,1-1 0,0 0 0,-1 0 0,0 0 0,0 0 0,0 0 0,0 0 0,0 0 0,0 0 0,0-7 0,0-7-195,1 1 0,2-1 0,-1 1 0,2 0 0,0 0 0,7-16 0,-5 19-6631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47:41.7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24575,'18'220'0,"-19"178"0,1-396 0,-1 0 0,1-1 0,0 1 0,0-1 0,0 1 0,0 0 0,0-1 0,0 1 0,1 0 0,-1-1 0,0 1 0,1-1 0,-1 1 0,1-1 0,0 1 0,-1-1 0,1 1 0,0-1 0,0 0 0,0 1 0,0-1 0,0 0 0,0 0 0,1 0 0,-1 0 0,0 0 0,0 0 0,2 1 0,0-2 0,-1 0 0,0 0 0,0 0 0,1-1 0,-1 1 0,0-1 0,0 0 0,0 1 0,0-1 0,0 0 0,1 0 0,-2 0 0,1-1 0,0 1 0,0 0 0,0-1 0,-1 1 0,1-1 0,2-3 0,11-11 0,-1 0 0,-1-2 0,-1 1 0,0-2 0,-1 1 0,-2-1 0,10-24 0,-1-6 0,21-92 0,-21 9-1365,-15 120-5461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47:42.0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24575,'0'7'0,"1"0"1,0 0-1,0 0 0,1-1 0,0 1 1,0 0-1,0-1 0,1 1 0,6 9 0,39 55 29,-7-14-1425,-36-47-5430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47:42.6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0 433 24575,'8'-7'0,"1"1"0,-1 0 0,1 0 0,1 0 0,16-6 0,13-9 0,-30 15 0,0 0 0,-1 0 0,1-1 0,-2 0 0,1-1 0,-1 0 0,0 0 0,-1 0 0,0-1 0,0 0 0,-1 0 0,0-1 0,0 1 0,-1-1 0,3-12 0,-2 2 0,-1-1 0,-1 1 0,-1-1 0,0 1 0,-2-1 0,-4-38 0,4 57 0,0-1 0,0 1 0,0 0 0,-1 0 0,1 0 0,-1 0 0,1 0 0,-1 0 0,0 0 0,1 0 0,-1 0 0,0 0 0,-1 1 0,1-1 0,0 0 0,0 1 0,-1-1 0,1 1 0,-1-1 0,1 1 0,-1-1 0,-3-1 0,3 3 0,1 0 0,-1 0 0,1 0 0,-1 0 0,0 0 0,1 0 0,-1 0 0,1 0 0,-1 1 0,1-1 0,-1 1 0,1-1 0,-1 1 0,1 0 0,-1 0 0,1-1 0,0 1 0,-1 0 0,1 0 0,0 0 0,0 0 0,-1 0 0,1 1 0,0-1 0,0 0 0,1 1 0,-1-1 0,0 0 0,-1 3 0,-13 22 0,1 0 0,2 0 0,0 2 0,2-1 0,1 1 0,-9 48 0,15-62 0,2-1 0,0 1 0,0-1 0,1 1 0,1 0 0,0-1 0,4 17 0,-3-22 0,0-1 0,1 1 0,0-1 0,0 0 0,0 0 0,1 0 0,0-1 0,1 1 0,0-1 0,0 0 0,0 0 0,0 0 0,12 8 0,-1-2 0,1 0 0,0-1 0,23 11 0,-35-20 0,0 1 0,0-1 0,0 0 0,1 0 0,-1-1 0,1 0 0,-1 0 0,1 0 0,0 0 0,-1-1 0,1 0 0,0-1 0,-1 1 0,1-1 0,-1 0 0,10-2 0,-5-4-1365,-2-1-5461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47:43.0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24575,'0'584'0,"0"-580"0,0 0 0,0 0 0,1-1 0,0 1 0,-1 0 0,1-1 0,1 1 0,-1-1 0,0 1 0,1-1 0,0 0 0,0 1 0,0-1 0,0 0 0,0 0 0,1 0 0,-1-1 0,6 5 0,-2-2 0,0-1 0,0-1 0,0 1 0,0-1 0,1 0 0,0 0 0,0-1 0,0 0 0,11 2 0,-9-2 0,0 0 0,1-1 0,-1-1 0,0 0 0,0 0 0,1 0 0,-1-1 0,0-1 0,0 0 0,0 0 0,0 0 0,0-1 0,-1-1 0,1 1 0,-1-1 0,10-7 0,16-14-1365,-22 18-5461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47:43.4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24575,'1'2'0,"-1"0"0,1-1 0,0 1 0,0 0 0,0 0 0,1-1 0,-1 1 0,0-1 0,0 1 0,1-1 0,-1 1 0,1-1 0,-1 0 0,1 0 0,0 0 0,2 1 0,29 17 0,-8-8 0,0-2 0,0-1 0,29 6 0,-4-2 0,-35-8-105,0-2 0,0 0 0,0-1 0,0 0 0,0-1 0,0-1 0,0 0 0,0-1 0,0-1 0,-1 0 0,1-1 0,22-10 0,-26 10-6721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47:44.0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159 118 24575,'-1'-8'0,"1"0"0,-1 0 0,-1 0 0,1 0 0,-1 1 0,-6-14 0,7 17 0,0 1 0,-1-1 0,0 1 0,1 0 0,-2 0 0,1 0 0,0 0 0,0 0 0,-1 1 0,1-1 0,-1 1 0,0-1 0,0 1 0,0 0 0,0 0 0,-6-3 0,7 5 0,0 0 0,1 0 0,-1 0 0,0 1 0,0-1 0,0 0 0,0 1 0,0-1 0,0 1 0,1 0 0,-1-1 0,0 1 0,1 0 0,-1 0 0,0 0 0,1 0 0,-1 0 0,1 1 0,-1-1 0,1 0 0,0 1 0,0-1 0,-1 1 0,1-1 0,0 1 0,0 0 0,-1 3 0,-24 49 0,20-38 0,1-1 0,1 1 0,0 1 0,1-1 0,-2 26 0,5-34 0,1-1 0,-1 0 0,1 1 0,1-1 0,0 0 0,0 0 0,0 0 0,1 0 0,0 0 0,0-1 0,0 1 0,1-1 0,0 0 0,0 0 0,6 6 0,21 21 0,42 35 0,-14-13 0,-57-54 4,-1 0-1,0 0 1,0 0-1,0 0 1,0 0-1,0 0 1,0 0-1,0 1 1,-1-1-1,1 0 1,0 1 0,-1-1-1,1 0 1,-1 1-1,1-1 1,-1 1-1,0-1 1,1 1-1,-1-1 1,0 1-1,0-1 1,0 1-1,0-1 1,0 1-1,-1-1 1,1 1-1,0-1 1,-1 0-1,1 1 1,-1-1-1,1 1 1,-1-1-1,-1 2 1,0 0-118,-1 0 0,0 0-1,0 0 1,0-1 0,0 0 0,0 1-1,0-1 1,0 0 0,-1 0 0,1-1-1,-1 1 1,-3 1 0,-6 0-6712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49:05.8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212 198 24575,'-1'-9'0,"-1"-1"0,1 1 0,-2 0 0,1 0 0,-1 0 0,-1 0 0,1 0 0,-2 0 0,1 1 0,-9-12 0,10 15 0,-1 1 0,0-1 0,0 1 0,0-1 0,-1 1 0,1 1 0,-1-1 0,-6-3 0,9 5 0,0 1 0,-1 0 0,1 0 0,-1 0 0,1 0 0,-1 1 0,0-1 0,1 1 0,-1-1 0,0 1 0,1 0 0,-1 0 0,0 0 0,1 1 0,-1-1 0,0 0 0,1 1 0,-4 1 0,3-1 0,0 1 0,0-1 0,0 1 0,0 0 0,1 0 0,-1 0 0,1 0 0,-1 0 0,1 1 0,0-1 0,0 1 0,0-1 0,0 1 0,0 0 0,1 0 0,-1 0 0,1 0 0,0 0 0,0 0 0,-1 4 0,-2 8 0,2 1 0,0 0 0,-1 18 0,-2 20 0,1-38 0,0 1 0,2 0 0,0 0 0,1 0 0,0 1 0,2-1 0,0 0 0,6 31 0,-6-43 0,1 1 0,-1-1 0,1 0 0,1 0 0,-1 1 0,1-1 0,0-1 0,0 1 0,0 0 0,1-1 0,-1 0 0,1 0 0,0 0 0,0 0 0,1 0 0,-1-1 0,1 0 0,0 0 0,0 0 0,0 0 0,0-1 0,0 0 0,1 0 0,-1-1 0,0 1 0,1-1 0,0 0 0,-1-1 0,1 1 0,7-1 0,-3 0 0,5 1 0,1-1 0,-1 0 0,1-1 0,26-5 0,-37 4 0,0 0 0,0 1 0,0-2 0,0 1 0,-1-1 0,1 1 0,-1-1 0,0 0 0,0-1 0,0 1 0,0-1 0,0 0 0,-1 0 0,0 0 0,0 0 0,0 0 0,4-10 0,3-6 0,-1-1 0,0 1 0,-2-2 0,-1 1 0,0-1 0,-2 0 0,-1-1 0,0 1 0,-2-1 0,0 1 0,-5-40 0,2 52-7,-1 1 0,0-1-1,-1 1 1,0-1-1,-1 1 1,1 1 0,-2-1-1,1 1 1,-11-13 0,-6-10-1285,15 21-5534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49:06.2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139 1 24575,'-3'35'0,"-1"1"0,-2-1 0,-1 0 0,-16 43 0,4-12 0,-32 89 0,31-111-1365,15-32-5461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49:06.8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24575,'53'15'0,"18"-10"22,77-6 1,-49-1-1433,-83 2-5416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49:07.4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 1 24575,'-11'219'0,"3"-109"0,-12 60 0,5-110 0,11-44 0,0 1 0,0-1 0,-2 31 0,0-2-1365,2-34-5461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49:07.8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47 24575,'46'1'0,"58"-3"0,-94 1 0,0-1 0,1 0 0,-1-1 0,-1 0 0,1 0 0,0-1 0,-1 0 0,10-7 0,-7 4-1365,-3 2-5461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49:08.7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24575,'0'3'0,"3"1"0,1 3 0,3 0 0,3-1 0,3-1 0,2-2 0,2-2 0,1 0 0,0-1 0,0 0 0,0 0 0,0-1 0,0 1 0,0 0 0,0 0 0,-3 0-8191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49:09.7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181 78 24575,'-19'-24'0,"16"19"0,-1 0 0,1 1 0,-1-1 0,0 1 0,0 0 0,0 0 0,0 1 0,-6-4 0,8 6 0,0 1 0,0-1 0,1 1 0,-1 0 0,0-1 0,1 1 0,-1 0 0,0 0 0,0 1 0,1-1 0,-1 0 0,0 0 0,0 1 0,1-1 0,-1 1 0,0 0 0,1-1 0,-1 1 0,1 0 0,-1 0 0,1 0 0,-1 0 0,1 0 0,0 0 0,-1 0 0,1 1 0,0-1 0,0 0 0,0 1 0,0-1 0,0 1 0,-1 2 0,-51 88 0,50-86 0,1 0 0,-1 0 0,1 0 0,0 0 0,0 1 0,1-1 0,0 1 0,0-1 0,0 8 0,3 67 0,1-34 0,-3-38 0,1-1 0,0 0 0,0 0 0,1 0 0,0 0 0,0 0 0,1 0 0,0-1 0,4 9 0,-6-14 0,0 0 0,0-1 0,0 1 0,0 0 0,0 0 0,1 0 0,-1-1 0,1 1 0,-1-1 0,1 1 0,0-1 0,0 1 0,-1-1 0,1 0 0,0 0 0,0 0 0,0 0 0,0 0 0,0-1 0,1 1 0,-1-1 0,0 1 0,0-1 0,0 0 0,0 0 0,1 1 0,-1-2 0,0 1 0,0 0 0,0 0 0,0-1 0,1 1 0,-1-1 0,0 0 0,0 1 0,0-1 0,2-1 0,4-3 0,-1 1 0,0-1 0,0 0 0,0 0 0,0-1 0,-1 0 0,0 0 0,10-13 0,32-62 0,-27 42 0,-14 21 0,-1 0 0,-1 0 0,-1-1 0,0 1 0,-2-1 0,0 0 0,-1-31 0,-1 45-97,0 0-1,0 0 1,-1 1-1,0-1 1,0 0-1,0 1 1,0-1-1,-1 1 1,0-1-1,0 1 1,0 0-1,0 0 0,-4-5 1,0 0-6729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49:10.0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72 0 24575,'-2'28'0,"-1"0"0,-2 0 0,0-1 0,-17 48 0,-9 43 0,27-52-1365,4-51-5461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49:10.7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24575,'354'0'0,"-352"0"0,1 1 0,-1-1 0,1 1 0,-1-1 0,1 1 0,-1 0 0,1 0 0,-1 0 0,0 0 0,1 0 0,-1 0 0,0 1 0,0-1 0,0 1 0,0 0 0,0-1 0,-1 1 0,1 0 0,0 0 0,-1 0 0,1 0 0,-1 1 0,0-1 0,0 0 0,0 1 0,0-1 0,0 0 0,0 1 0,0-1 0,-1 1 0,0-1 0,1 1 0,-1-1 0,0 4 0,1 12 0,0 1 0,-2 0 0,-3 29 0,3-36 0,-3 11 0,-1 1 0,-12 34 0,10-38 0,1 0 0,1 0 0,1 1 0,-1 22 0,4 27-1365,2-54-5461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49:11.0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16 24575,'3'0'0,"4"0"0,4 0 0,3 0 0,2 0 0,1 0 0,1 0 0,1 0 0,-1 0 0,0 0 0,1 0 0,-2-3 0,1-1 0,0 1 0,0 0 0,-4 1-8191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49:12.1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136 1 24575,'-3'26'0,"-1"-1"0,-2 1 0,0-1 0,-1 0 0,-2-1 0,-1 1 0,-12 22 0,11-24 0,-9 19 0,12-28 0,1 0 0,1 1 0,0 0 0,-4 16 0,10-30 0,0 0 0,0 0 0,0 1 0,0-1 0,0 0 0,0 0 0,0 0 0,0 0 0,0 0 0,1 1 0,-1-1 0,0 0 0,1 0 0,-1 0 0,1 0 0,0 0 0,-1 0 0,1 0 0,0 0 0,-1 0 0,1 0 0,0-1 0,0 1 0,0 0 0,0 0 0,0-1 0,0 1 0,0-1 0,0 1 0,0-1 0,0 1 0,0-1 0,0 1 0,0-1 0,0 0 0,0 0 0,1 1 0,-1-1 0,0 0 0,0 0 0,0 0 0,0 0 0,1-1 0,1 1 0,65-9 0,-54 7 0,-11 1 0,0 1 0,0-1 0,0 1 0,0 0 0,-1 0 0,1 1 0,0-1 0,0 1 0,0-1 0,0 1 0,-1 0 0,1 0 0,0 0 0,-1 0 0,1 0 0,-1 1 0,1-1 0,-1 1 0,0 0 0,4 3 0,-2-1 0,-1 1 0,0-1 0,-1 1 0,1-1 0,-1 1 0,0 0 0,0 0 0,0 0 0,0 0 0,0 9 0,1 8 0,-1 1 0,-1-1 0,-1 1 0,-4 28 0,3-45 0,0-1 0,-1 0 0,1 0 0,-1 0 0,0 0 0,-1 0 0,1 0 0,-1-1 0,0 1 0,0-1 0,0 0 0,-1 1 0,1-2 0,-1 1 0,0 0 0,0-1 0,-1 0 0,-5 4 0,8-6 0,0 0 0,1 0 0,-1 0 0,1-1 0,-1 1 0,0 0 0,0-1 0,1 0 0,-1 1 0,0-1 0,0 0 0,1 0 0,-1 0 0,0 0 0,0 0 0,0-1 0,1 1 0,-1 0 0,0-1 0,0 1 0,-2-2 0,2 0 0,0 0 0,0 0 0,0 0 0,0 0 0,1 0 0,-1 0 0,1 0 0,-1-1 0,1 1 0,0-1 0,0 1 0,0-1 0,0 1 0,0-1 0,1 1 0,-1-1 0,1 0 0,0 0 0,0-2 0,1-29-1365,3 21-5461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49:12.7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24575,'122'9'0,"4"1"0,-73-11-1365,-37 1-5461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7:49:17.3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24575,'0'1'0,"1"0"0,-1 0 0,1 0 0,0 0 0,-1 0 0,1 0 0,0-1 0,-1 1 0,1 0 0,0 0 0,0-1 0,0 1 0,-1 0 0,1-1 0,0 1 0,0-1 0,0 1 0,0-1 0,0 0 0,0 1 0,0-1 0,0 0 0,0 0 0,1 0 0,-1 0 0,0 0 0,1 0 0,36 3 0,-33-3 0,782 2 0,-388-4 0,-224 20 0,-131-18 0,40-1 0,124 15 0,-141-8 0,0-3 0,70-5 0,-20-1 0,4 12 0,5 1 0,32 7 0,-13-15 0,151-5 0,-227-4 0,92-3 0,1413 11 67,-803-2-1499,-756 1-5394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3.xml"/><Relationship Id="rId117" Type="http://schemas.openxmlformats.org/officeDocument/2006/relationships/image" Target="../media/image57.png"/><Relationship Id="rId21" Type="http://schemas.openxmlformats.org/officeDocument/2006/relationships/image" Target="../media/image10.png"/><Relationship Id="rId42" Type="http://schemas.openxmlformats.org/officeDocument/2006/relationships/customXml" Target="../ink/ink21.xml"/><Relationship Id="rId47" Type="http://schemas.openxmlformats.org/officeDocument/2006/relationships/image" Target="../media/image23.png"/><Relationship Id="rId63" Type="http://schemas.openxmlformats.org/officeDocument/2006/relationships/image" Target="../media/image30.png"/><Relationship Id="rId68" Type="http://schemas.openxmlformats.org/officeDocument/2006/relationships/customXml" Target="../ink/ink35.xml"/><Relationship Id="rId84" Type="http://schemas.openxmlformats.org/officeDocument/2006/relationships/customXml" Target="../ink/ink43.xml"/><Relationship Id="rId89" Type="http://schemas.openxmlformats.org/officeDocument/2006/relationships/image" Target="../media/image43.png"/><Relationship Id="rId112" Type="http://schemas.openxmlformats.org/officeDocument/2006/relationships/customXml" Target="../ink/ink57.xml"/><Relationship Id="rId16" Type="http://schemas.openxmlformats.org/officeDocument/2006/relationships/customXml" Target="../ink/ink8.xml"/><Relationship Id="rId107" Type="http://schemas.openxmlformats.org/officeDocument/2006/relationships/image" Target="../media/image52.png"/><Relationship Id="rId11" Type="http://schemas.openxmlformats.org/officeDocument/2006/relationships/image" Target="../media/image5.png"/><Relationship Id="rId32" Type="http://schemas.openxmlformats.org/officeDocument/2006/relationships/customXml" Target="../ink/ink16.xml"/><Relationship Id="rId37" Type="http://schemas.openxmlformats.org/officeDocument/2006/relationships/image" Target="../media/image18.png"/><Relationship Id="rId53" Type="http://schemas.openxmlformats.org/officeDocument/2006/relationships/image" Target="../media/image26.png"/><Relationship Id="rId58" Type="http://schemas.openxmlformats.org/officeDocument/2006/relationships/customXml" Target="../ink/ink29.xml"/><Relationship Id="rId74" Type="http://schemas.openxmlformats.org/officeDocument/2006/relationships/customXml" Target="../ink/ink38.xml"/><Relationship Id="rId79" Type="http://schemas.openxmlformats.org/officeDocument/2006/relationships/image" Target="../media/image38.png"/><Relationship Id="rId102" Type="http://schemas.openxmlformats.org/officeDocument/2006/relationships/customXml" Target="../ink/ink52.xml"/><Relationship Id="rId5" Type="http://schemas.openxmlformats.org/officeDocument/2006/relationships/image" Target="../media/image2.png"/><Relationship Id="rId90" Type="http://schemas.openxmlformats.org/officeDocument/2006/relationships/customXml" Target="../ink/ink46.xml"/><Relationship Id="rId95" Type="http://schemas.openxmlformats.org/officeDocument/2006/relationships/image" Target="../media/image46.png"/><Relationship Id="rId22" Type="http://schemas.openxmlformats.org/officeDocument/2006/relationships/customXml" Target="../ink/ink11.xml"/><Relationship Id="rId27" Type="http://schemas.openxmlformats.org/officeDocument/2006/relationships/image" Target="../media/image13.png"/><Relationship Id="rId43" Type="http://schemas.openxmlformats.org/officeDocument/2006/relationships/image" Target="../media/image21.png"/><Relationship Id="rId48" Type="http://schemas.openxmlformats.org/officeDocument/2006/relationships/customXml" Target="../ink/ink24.xml"/><Relationship Id="rId64" Type="http://schemas.openxmlformats.org/officeDocument/2006/relationships/customXml" Target="../ink/ink33.xml"/><Relationship Id="rId69" Type="http://schemas.openxmlformats.org/officeDocument/2006/relationships/image" Target="../media/image33.png"/><Relationship Id="rId113" Type="http://schemas.openxmlformats.org/officeDocument/2006/relationships/image" Target="../media/image55.png"/><Relationship Id="rId118" Type="http://schemas.openxmlformats.org/officeDocument/2006/relationships/customXml" Target="../ink/ink60.xml"/><Relationship Id="rId80" Type="http://schemas.openxmlformats.org/officeDocument/2006/relationships/customXml" Target="../ink/ink41.xml"/><Relationship Id="rId85" Type="http://schemas.openxmlformats.org/officeDocument/2006/relationships/image" Target="../media/image41.png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33" Type="http://schemas.openxmlformats.org/officeDocument/2006/relationships/image" Target="../media/image16.png"/><Relationship Id="rId38" Type="http://schemas.openxmlformats.org/officeDocument/2006/relationships/customXml" Target="../ink/ink19.xml"/><Relationship Id="rId59" Type="http://schemas.openxmlformats.org/officeDocument/2006/relationships/customXml" Target="../ink/ink30.xml"/><Relationship Id="rId103" Type="http://schemas.openxmlformats.org/officeDocument/2006/relationships/image" Target="../media/image50.png"/><Relationship Id="rId108" Type="http://schemas.openxmlformats.org/officeDocument/2006/relationships/customXml" Target="../ink/ink55.xml"/><Relationship Id="rId54" Type="http://schemas.openxmlformats.org/officeDocument/2006/relationships/customXml" Target="../ink/ink27.xml"/><Relationship Id="rId70" Type="http://schemas.openxmlformats.org/officeDocument/2006/relationships/customXml" Target="../ink/ink36.xml"/><Relationship Id="rId75" Type="http://schemas.openxmlformats.org/officeDocument/2006/relationships/image" Target="../media/image36.png"/><Relationship Id="rId91" Type="http://schemas.openxmlformats.org/officeDocument/2006/relationships/image" Target="../media/image44.png"/><Relationship Id="rId96" Type="http://schemas.openxmlformats.org/officeDocument/2006/relationships/customXml" Target="../ink/ink49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23" Type="http://schemas.openxmlformats.org/officeDocument/2006/relationships/image" Target="../media/image11.png"/><Relationship Id="rId28" Type="http://schemas.openxmlformats.org/officeDocument/2006/relationships/customXml" Target="../ink/ink14.xml"/><Relationship Id="rId49" Type="http://schemas.openxmlformats.org/officeDocument/2006/relationships/image" Target="../media/image24.png"/><Relationship Id="rId114" Type="http://schemas.openxmlformats.org/officeDocument/2006/relationships/customXml" Target="../ink/ink58.xml"/><Relationship Id="rId119" Type="http://schemas.openxmlformats.org/officeDocument/2006/relationships/image" Target="../media/image58.png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44" Type="http://schemas.openxmlformats.org/officeDocument/2006/relationships/customXml" Target="../ink/ink22.xml"/><Relationship Id="rId52" Type="http://schemas.openxmlformats.org/officeDocument/2006/relationships/customXml" Target="../ink/ink26.xml"/><Relationship Id="rId60" Type="http://schemas.openxmlformats.org/officeDocument/2006/relationships/customXml" Target="../ink/ink31.xml"/><Relationship Id="rId65" Type="http://schemas.openxmlformats.org/officeDocument/2006/relationships/image" Target="../media/image31.png"/><Relationship Id="rId73" Type="http://schemas.openxmlformats.org/officeDocument/2006/relationships/image" Target="../media/image35.png"/><Relationship Id="rId78" Type="http://schemas.openxmlformats.org/officeDocument/2006/relationships/customXml" Target="../ink/ink40.xml"/><Relationship Id="rId81" Type="http://schemas.openxmlformats.org/officeDocument/2006/relationships/image" Target="../media/image39.png"/><Relationship Id="rId86" Type="http://schemas.openxmlformats.org/officeDocument/2006/relationships/customXml" Target="../ink/ink44.xml"/><Relationship Id="rId94" Type="http://schemas.openxmlformats.org/officeDocument/2006/relationships/customXml" Target="../ink/ink48.xml"/><Relationship Id="rId99" Type="http://schemas.openxmlformats.org/officeDocument/2006/relationships/image" Target="../media/image48.png"/><Relationship Id="rId101" Type="http://schemas.openxmlformats.org/officeDocument/2006/relationships/image" Target="../media/image49.png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39" Type="http://schemas.openxmlformats.org/officeDocument/2006/relationships/image" Target="../media/image19.png"/><Relationship Id="rId109" Type="http://schemas.openxmlformats.org/officeDocument/2006/relationships/image" Target="../media/image53.png"/><Relationship Id="rId34" Type="http://schemas.openxmlformats.org/officeDocument/2006/relationships/customXml" Target="../ink/ink17.xml"/><Relationship Id="rId50" Type="http://schemas.openxmlformats.org/officeDocument/2006/relationships/customXml" Target="../ink/ink25.xml"/><Relationship Id="rId55" Type="http://schemas.openxmlformats.org/officeDocument/2006/relationships/image" Target="../media/image27.png"/><Relationship Id="rId76" Type="http://schemas.openxmlformats.org/officeDocument/2006/relationships/customXml" Target="../ink/ink39.xml"/><Relationship Id="rId97" Type="http://schemas.openxmlformats.org/officeDocument/2006/relationships/image" Target="../media/image47.png"/><Relationship Id="rId104" Type="http://schemas.openxmlformats.org/officeDocument/2006/relationships/customXml" Target="../ink/ink53.xml"/><Relationship Id="rId7" Type="http://schemas.openxmlformats.org/officeDocument/2006/relationships/image" Target="../media/image3.png"/><Relationship Id="rId71" Type="http://schemas.openxmlformats.org/officeDocument/2006/relationships/image" Target="../media/image34.png"/><Relationship Id="rId92" Type="http://schemas.openxmlformats.org/officeDocument/2006/relationships/customXml" Target="../ink/ink47.xml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24" Type="http://schemas.openxmlformats.org/officeDocument/2006/relationships/customXml" Target="../ink/ink12.xml"/><Relationship Id="rId40" Type="http://schemas.openxmlformats.org/officeDocument/2006/relationships/customXml" Target="../ink/ink20.xml"/><Relationship Id="rId45" Type="http://schemas.openxmlformats.org/officeDocument/2006/relationships/image" Target="../media/image22.png"/><Relationship Id="rId66" Type="http://schemas.openxmlformats.org/officeDocument/2006/relationships/customXml" Target="../ink/ink34.xml"/><Relationship Id="rId87" Type="http://schemas.openxmlformats.org/officeDocument/2006/relationships/image" Target="../media/image42.png"/><Relationship Id="rId110" Type="http://schemas.openxmlformats.org/officeDocument/2006/relationships/customXml" Target="../ink/ink56.xml"/><Relationship Id="rId115" Type="http://schemas.openxmlformats.org/officeDocument/2006/relationships/image" Target="../media/image56.png"/><Relationship Id="rId61" Type="http://schemas.openxmlformats.org/officeDocument/2006/relationships/image" Target="../media/image29.png"/><Relationship Id="rId82" Type="http://schemas.openxmlformats.org/officeDocument/2006/relationships/customXml" Target="../ink/ink42.xml"/><Relationship Id="rId19" Type="http://schemas.openxmlformats.org/officeDocument/2006/relationships/image" Target="../media/image9.png"/><Relationship Id="rId14" Type="http://schemas.openxmlformats.org/officeDocument/2006/relationships/customXml" Target="../ink/ink7.xml"/><Relationship Id="rId30" Type="http://schemas.openxmlformats.org/officeDocument/2006/relationships/customXml" Target="../ink/ink15.xml"/><Relationship Id="rId35" Type="http://schemas.openxmlformats.org/officeDocument/2006/relationships/image" Target="../media/image17.png"/><Relationship Id="rId56" Type="http://schemas.openxmlformats.org/officeDocument/2006/relationships/customXml" Target="../ink/ink28.xml"/><Relationship Id="rId77" Type="http://schemas.openxmlformats.org/officeDocument/2006/relationships/image" Target="../media/image37.png"/><Relationship Id="rId100" Type="http://schemas.openxmlformats.org/officeDocument/2006/relationships/customXml" Target="../ink/ink51.xml"/><Relationship Id="rId105" Type="http://schemas.openxmlformats.org/officeDocument/2006/relationships/image" Target="../media/image51.png"/><Relationship Id="rId8" Type="http://schemas.openxmlformats.org/officeDocument/2006/relationships/customXml" Target="../ink/ink4.xml"/><Relationship Id="rId51" Type="http://schemas.openxmlformats.org/officeDocument/2006/relationships/image" Target="../media/image25.png"/><Relationship Id="rId72" Type="http://schemas.openxmlformats.org/officeDocument/2006/relationships/customXml" Target="../ink/ink37.xml"/><Relationship Id="rId93" Type="http://schemas.openxmlformats.org/officeDocument/2006/relationships/image" Target="../media/image45.png"/><Relationship Id="rId98" Type="http://schemas.openxmlformats.org/officeDocument/2006/relationships/customXml" Target="../ink/ink50.xml"/><Relationship Id="rId3" Type="http://schemas.openxmlformats.org/officeDocument/2006/relationships/image" Target="../media/image1.png"/><Relationship Id="rId25" Type="http://schemas.openxmlformats.org/officeDocument/2006/relationships/image" Target="../media/image12.png"/><Relationship Id="rId46" Type="http://schemas.openxmlformats.org/officeDocument/2006/relationships/customXml" Target="../ink/ink23.xml"/><Relationship Id="rId67" Type="http://schemas.openxmlformats.org/officeDocument/2006/relationships/image" Target="../media/image32.png"/><Relationship Id="rId116" Type="http://schemas.openxmlformats.org/officeDocument/2006/relationships/customXml" Target="../ink/ink59.xml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62" Type="http://schemas.openxmlformats.org/officeDocument/2006/relationships/customXml" Target="../ink/ink32.xml"/><Relationship Id="rId83" Type="http://schemas.openxmlformats.org/officeDocument/2006/relationships/image" Target="../media/image40.png"/><Relationship Id="rId88" Type="http://schemas.openxmlformats.org/officeDocument/2006/relationships/customXml" Target="../ink/ink45.xml"/><Relationship Id="rId111" Type="http://schemas.openxmlformats.org/officeDocument/2006/relationships/image" Target="../media/image54.png"/><Relationship Id="rId15" Type="http://schemas.openxmlformats.org/officeDocument/2006/relationships/image" Target="../media/image7.png"/><Relationship Id="rId36" Type="http://schemas.openxmlformats.org/officeDocument/2006/relationships/customXml" Target="../ink/ink18.xml"/><Relationship Id="rId57" Type="http://schemas.openxmlformats.org/officeDocument/2006/relationships/image" Target="../media/image28.png"/><Relationship Id="rId106" Type="http://schemas.openxmlformats.org/officeDocument/2006/relationships/customXml" Target="../ink/ink54.xml"/></Relationships>
</file>

<file path=ppt/slides/_rels/slide4.xml.rels><?xml version="1.0" encoding="UTF-8" standalone="yes"?>
<Relationships xmlns="http://schemas.openxmlformats.org/package/2006/relationships"><Relationship Id="rId26" Type="http://schemas.openxmlformats.org/officeDocument/2006/relationships/image" Target="../media/image69.png"/><Relationship Id="rId21" Type="http://schemas.openxmlformats.org/officeDocument/2006/relationships/customXml" Target="../ink/ink71.xml"/><Relationship Id="rId42" Type="http://schemas.openxmlformats.org/officeDocument/2006/relationships/image" Target="../media/image77.png"/><Relationship Id="rId47" Type="http://schemas.openxmlformats.org/officeDocument/2006/relationships/customXml" Target="../ink/ink84.xml"/><Relationship Id="rId63" Type="http://schemas.openxmlformats.org/officeDocument/2006/relationships/customXml" Target="../ink/ink93.xml"/><Relationship Id="rId68" Type="http://schemas.openxmlformats.org/officeDocument/2006/relationships/image" Target="../media/image89.png"/><Relationship Id="rId84" Type="http://schemas.openxmlformats.org/officeDocument/2006/relationships/image" Target="../media/image97.png"/><Relationship Id="rId89" Type="http://schemas.openxmlformats.org/officeDocument/2006/relationships/customXml" Target="../ink/ink106.xml"/><Relationship Id="rId16" Type="http://schemas.openxmlformats.org/officeDocument/2006/relationships/image" Target="../media/image64.png"/><Relationship Id="rId11" Type="http://schemas.openxmlformats.org/officeDocument/2006/relationships/customXml" Target="../ink/ink66.xml"/><Relationship Id="rId32" Type="http://schemas.openxmlformats.org/officeDocument/2006/relationships/image" Target="../media/image72.png"/><Relationship Id="rId37" Type="http://schemas.openxmlformats.org/officeDocument/2006/relationships/customXml" Target="../ink/ink79.xml"/><Relationship Id="rId53" Type="http://schemas.openxmlformats.org/officeDocument/2006/relationships/customXml" Target="../ink/ink88.xml"/><Relationship Id="rId58" Type="http://schemas.openxmlformats.org/officeDocument/2006/relationships/image" Target="../media/image84.png"/><Relationship Id="rId74" Type="http://schemas.openxmlformats.org/officeDocument/2006/relationships/image" Target="../media/image92.png"/><Relationship Id="rId79" Type="http://schemas.openxmlformats.org/officeDocument/2006/relationships/customXml" Target="../ink/ink101.xml"/><Relationship Id="rId5" Type="http://schemas.openxmlformats.org/officeDocument/2006/relationships/image" Target="../media/image6.png"/><Relationship Id="rId90" Type="http://schemas.openxmlformats.org/officeDocument/2006/relationships/image" Target="../media/image100.png"/><Relationship Id="rId95" Type="http://schemas.openxmlformats.org/officeDocument/2006/relationships/customXml" Target="../ink/ink109.xml"/><Relationship Id="rId22" Type="http://schemas.openxmlformats.org/officeDocument/2006/relationships/image" Target="../media/image67.png"/><Relationship Id="rId27" Type="http://schemas.openxmlformats.org/officeDocument/2006/relationships/customXml" Target="../ink/ink74.xml"/><Relationship Id="rId43" Type="http://schemas.openxmlformats.org/officeDocument/2006/relationships/customXml" Target="../ink/ink82.xml"/><Relationship Id="rId48" Type="http://schemas.openxmlformats.org/officeDocument/2006/relationships/customXml" Target="../ink/ink85.xml"/><Relationship Id="rId64" Type="http://schemas.openxmlformats.org/officeDocument/2006/relationships/image" Target="../media/image87.png"/><Relationship Id="rId69" Type="http://schemas.openxmlformats.org/officeDocument/2006/relationships/customXml" Target="../ink/ink96.xml"/><Relationship Id="rId8" Type="http://schemas.openxmlformats.org/officeDocument/2006/relationships/image" Target="../media/image60.png"/><Relationship Id="rId51" Type="http://schemas.openxmlformats.org/officeDocument/2006/relationships/customXml" Target="../ink/ink87.xml"/><Relationship Id="rId72" Type="http://schemas.openxmlformats.org/officeDocument/2006/relationships/image" Target="../media/image91.png"/><Relationship Id="rId80" Type="http://schemas.openxmlformats.org/officeDocument/2006/relationships/image" Target="../media/image95.png"/><Relationship Id="rId85" Type="http://schemas.openxmlformats.org/officeDocument/2006/relationships/customXml" Target="../ink/ink104.xml"/><Relationship Id="rId93" Type="http://schemas.openxmlformats.org/officeDocument/2006/relationships/customXml" Target="../ink/ink108.xml"/><Relationship Id="rId3" Type="http://schemas.openxmlformats.org/officeDocument/2006/relationships/image" Target="../media/image59.png"/><Relationship Id="rId12" Type="http://schemas.openxmlformats.org/officeDocument/2006/relationships/image" Target="../media/image62.png"/><Relationship Id="rId17" Type="http://schemas.openxmlformats.org/officeDocument/2006/relationships/customXml" Target="../ink/ink69.xml"/><Relationship Id="rId25" Type="http://schemas.openxmlformats.org/officeDocument/2006/relationships/customXml" Target="../ink/ink73.xml"/><Relationship Id="rId33" Type="http://schemas.openxmlformats.org/officeDocument/2006/relationships/customXml" Target="../ink/ink77.xml"/><Relationship Id="rId38" Type="http://schemas.openxmlformats.org/officeDocument/2006/relationships/image" Target="../media/image75.png"/><Relationship Id="rId46" Type="http://schemas.openxmlformats.org/officeDocument/2006/relationships/image" Target="../media/image79.png"/><Relationship Id="rId59" Type="http://schemas.openxmlformats.org/officeDocument/2006/relationships/customXml" Target="../ink/ink91.xml"/><Relationship Id="rId67" Type="http://schemas.openxmlformats.org/officeDocument/2006/relationships/customXml" Target="../ink/ink95.xml"/><Relationship Id="rId20" Type="http://schemas.openxmlformats.org/officeDocument/2006/relationships/image" Target="../media/image66.png"/><Relationship Id="rId41" Type="http://schemas.openxmlformats.org/officeDocument/2006/relationships/customXml" Target="../ink/ink81.xml"/><Relationship Id="rId54" Type="http://schemas.openxmlformats.org/officeDocument/2006/relationships/image" Target="../media/image82.png"/><Relationship Id="rId62" Type="http://schemas.openxmlformats.org/officeDocument/2006/relationships/image" Target="../media/image86.png"/><Relationship Id="rId70" Type="http://schemas.openxmlformats.org/officeDocument/2006/relationships/image" Target="../media/image90.png"/><Relationship Id="rId75" Type="http://schemas.openxmlformats.org/officeDocument/2006/relationships/customXml" Target="../ink/ink99.xml"/><Relationship Id="rId83" Type="http://schemas.openxmlformats.org/officeDocument/2006/relationships/customXml" Target="../ink/ink103.xml"/><Relationship Id="rId88" Type="http://schemas.openxmlformats.org/officeDocument/2006/relationships/image" Target="../media/image99.png"/><Relationship Id="rId91" Type="http://schemas.openxmlformats.org/officeDocument/2006/relationships/customXml" Target="../ink/ink107.xml"/><Relationship Id="rId96" Type="http://schemas.openxmlformats.org/officeDocument/2006/relationships/image" Target="../media/image103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3.xml"/><Relationship Id="rId15" Type="http://schemas.openxmlformats.org/officeDocument/2006/relationships/customXml" Target="../ink/ink68.xml"/><Relationship Id="rId23" Type="http://schemas.openxmlformats.org/officeDocument/2006/relationships/customXml" Target="../ink/ink72.xml"/><Relationship Id="rId28" Type="http://schemas.openxmlformats.org/officeDocument/2006/relationships/image" Target="../media/image70.png"/><Relationship Id="rId36" Type="http://schemas.openxmlformats.org/officeDocument/2006/relationships/image" Target="../media/image74.png"/><Relationship Id="rId49" Type="http://schemas.openxmlformats.org/officeDocument/2006/relationships/image" Target="../media/image80.png"/><Relationship Id="rId57" Type="http://schemas.openxmlformats.org/officeDocument/2006/relationships/customXml" Target="../ink/ink90.xml"/><Relationship Id="rId10" Type="http://schemas.openxmlformats.org/officeDocument/2006/relationships/image" Target="../media/image61.png"/><Relationship Id="rId31" Type="http://schemas.openxmlformats.org/officeDocument/2006/relationships/customXml" Target="../ink/ink76.xml"/><Relationship Id="rId44" Type="http://schemas.openxmlformats.org/officeDocument/2006/relationships/image" Target="../media/image78.png"/><Relationship Id="rId52" Type="http://schemas.openxmlformats.org/officeDocument/2006/relationships/image" Target="../media/image81.png"/><Relationship Id="rId60" Type="http://schemas.openxmlformats.org/officeDocument/2006/relationships/image" Target="../media/image85.png"/><Relationship Id="rId65" Type="http://schemas.openxmlformats.org/officeDocument/2006/relationships/customXml" Target="../ink/ink94.xml"/><Relationship Id="rId73" Type="http://schemas.openxmlformats.org/officeDocument/2006/relationships/customXml" Target="../ink/ink98.xml"/><Relationship Id="rId78" Type="http://schemas.openxmlformats.org/officeDocument/2006/relationships/image" Target="../media/image94.png"/><Relationship Id="rId81" Type="http://schemas.openxmlformats.org/officeDocument/2006/relationships/customXml" Target="../ink/ink102.xml"/><Relationship Id="rId86" Type="http://schemas.openxmlformats.org/officeDocument/2006/relationships/image" Target="../media/image98.png"/><Relationship Id="rId94" Type="http://schemas.openxmlformats.org/officeDocument/2006/relationships/image" Target="../media/image102.png"/><Relationship Id="rId4" Type="http://schemas.openxmlformats.org/officeDocument/2006/relationships/customXml" Target="../ink/ink62.xml"/><Relationship Id="rId9" Type="http://schemas.openxmlformats.org/officeDocument/2006/relationships/customXml" Target="../ink/ink65.xml"/><Relationship Id="rId13" Type="http://schemas.openxmlformats.org/officeDocument/2006/relationships/customXml" Target="../ink/ink67.xml"/><Relationship Id="rId18" Type="http://schemas.openxmlformats.org/officeDocument/2006/relationships/image" Target="../media/image65.png"/><Relationship Id="rId39" Type="http://schemas.openxmlformats.org/officeDocument/2006/relationships/customXml" Target="../ink/ink80.xml"/><Relationship Id="rId34" Type="http://schemas.openxmlformats.org/officeDocument/2006/relationships/image" Target="../media/image73.png"/><Relationship Id="rId50" Type="http://schemas.openxmlformats.org/officeDocument/2006/relationships/customXml" Target="../ink/ink86.xml"/><Relationship Id="rId55" Type="http://schemas.openxmlformats.org/officeDocument/2006/relationships/customXml" Target="../ink/ink89.xml"/><Relationship Id="rId76" Type="http://schemas.openxmlformats.org/officeDocument/2006/relationships/image" Target="../media/image93.png"/><Relationship Id="rId7" Type="http://schemas.openxmlformats.org/officeDocument/2006/relationships/customXml" Target="../ink/ink64.xml"/><Relationship Id="rId71" Type="http://schemas.openxmlformats.org/officeDocument/2006/relationships/customXml" Target="../ink/ink97.xml"/><Relationship Id="rId92" Type="http://schemas.openxmlformats.org/officeDocument/2006/relationships/image" Target="../media/image101.png"/><Relationship Id="rId2" Type="http://schemas.openxmlformats.org/officeDocument/2006/relationships/customXml" Target="../ink/ink61.xml"/><Relationship Id="rId29" Type="http://schemas.openxmlformats.org/officeDocument/2006/relationships/customXml" Target="../ink/ink75.xml"/><Relationship Id="rId24" Type="http://schemas.openxmlformats.org/officeDocument/2006/relationships/image" Target="../media/image68.png"/><Relationship Id="rId40" Type="http://schemas.openxmlformats.org/officeDocument/2006/relationships/image" Target="../media/image76.png"/><Relationship Id="rId45" Type="http://schemas.openxmlformats.org/officeDocument/2006/relationships/customXml" Target="../ink/ink83.xml"/><Relationship Id="rId66" Type="http://schemas.openxmlformats.org/officeDocument/2006/relationships/image" Target="../media/image88.png"/><Relationship Id="rId87" Type="http://schemas.openxmlformats.org/officeDocument/2006/relationships/customXml" Target="../ink/ink105.xml"/><Relationship Id="rId61" Type="http://schemas.openxmlformats.org/officeDocument/2006/relationships/customXml" Target="../ink/ink92.xml"/><Relationship Id="rId82" Type="http://schemas.openxmlformats.org/officeDocument/2006/relationships/image" Target="../media/image96.png"/><Relationship Id="rId19" Type="http://schemas.openxmlformats.org/officeDocument/2006/relationships/customXml" Target="../ink/ink70.xml"/><Relationship Id="rId14" Type="http://schemas.openxmlformats.org/officeDocument/2006/relationships/image" Target="../media/image63.png"/><Relationship Id="rId30" Type="http://schemas.openxmlformats.org/officeDocument/2006/relationships/image" Target="../media/image71.png"/><Relationship Id="rId35" Type="http://schemas.openxmlformats.org/officeDocument/2006/relationships/customXml" Target="../ink/ink78.xml"/><Relationship Id="rId56" Type="http://schemas.openxmlformats.org/officeDocument/2006/relationships/image" Target="../media/image83.png"/><Relationship Id="rId77" Type="http://schemas.openxmlformats.org/officeDocument/2006/relationships/customXml" Target="../ink/ink100.xml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22.xml"/><Relationship Id="rId21" Type="http://schemas.openxmlformats.org/officeDocument/2006/relationships/image" Target="../media/image113.png"/><Relationship Id="rId42" Type="http://schemas.openxmlformats.org/officeDocument/2006/relationships/customXml" Target="../ink/ink130.xml"/><Relationship Id="rId47" Type="http://schemas.openxmlformats.org/officeDocument/2006/relationships/image" Target="../media/image126.png"/><Relationship Id="rId63" Type="http://schemas.openxmlformats.org/officeDocument/2006/relationships/image" Target="../media/image133.png"/><Relationship Id="rId68" Type="http://schemas.openxmlformats.org/officeDocument/2006/relationships/customXml" Target="../ink/ink143.xml"/><Relationship Id="rId84" Type="http://schemas.openxmlformats.org/officeDocument/2006/relationships/customXml" Target="../ink/ink151.xml"/><Relationship Id="rId89" Type="http://schemas.openxmlformats.org/officeDocument/2006/relationships/image" Target="../media/image146.png"/><Relationship Id="rId16" Type="http://schemas.openxmlformats.org/officeDocument/2006/relationships/customXml" Target="../ink/ink117.xml"/><Relationship Id="rId11" Type="http://schemas.openxmlformats.org/officeDocument/2006/relationships/image" Target="../media/image108.png"/><Relationship Id="rId32" Type="http://schemas.openxmlformats.org/officeDocument/2006/relationships/customXml" Target="../ink/ink125.xml"/><Relationship Id="rId37" Type="http://schemas.openxmlformats.org/officeDocument/2006/relationships/image" Target="../media/image121.png"/><Relationship Id="rId53" Type="http://schemas.openxmlformats.org/officeDocument/2006/relationships/image" Target="../media/image129.png"/><Relationship Id="rId58" Type="http://schemas.openxmlformats.org/officeDocument/2006/relationships/customXml" Target="../ink/ink138.xml"/><Relationship Id="rId74" Type="http://schemas.openxmlformats.org/officeDocument/2006/relationships/customXml" Target="../ink/ink146.xml"/><Relationship Id="rId79" Type="http://schemas.openxmlformats.org/officeDocument/2006/relationships/image" Target="../media/image141.png"/><Relationship Id="rId5" Type="http://schemas.openxmlformats.org/officeDocument/2006/relationships/image" Target="../media/image105.png"/><Relationship Id="rId14" Type="http://schemas.openxmlformats.org/officeDocument/2006/relationships/customXml" Target="../ink/ink116.xml"/><Relationship Id="rId22" Type="http://schemas.openxmlformats.org/officeDocument/2006/relationships/customXml" Target="../ink/ink120.xml"/><Relationship Id="rId27" Type="http://schemas.openxmlformats.org/officeDocument/2006/relationships/image" Target="../media/image116.png"/><Relationship Id="rId30" Type="http://schemas.openxmlformats.org/officeDocument/2006/relationships/customXml" Target="../ink/ink124.xml"/><Relationship Id="rId35" Type="http://schemas.openxmlformats.org/officeDocument/2006/relationships/image" Target="../media/image120.png"/><Relationship Id="rId43" Type="http://schemas.openxmlformats.org/officeDocument/2006/relationships/image" Target="../media/image124.png"/><Relationship Id="rId48" Type="http://schemas.openxmlformats.org/officeDocument/2006/relationships/customXml" Target="../ink/ink133.xml"/><Relationship Id="rId56" Type="http://schemas.openxmlformats.org/officeDocument/2006/relationships/customXml" Target="../ink/ink137.xml"/><Relationship Id="rId64" Type="http://schemas.openxmlformats.org/officeDocument/2006/relationships/customXml" Target="../ink/ink141.xml"/><Relationship Id="rId69" Type="http://schemas.openxmlformats.org/officeDocument/2006/relationships/image" Target="../media/image136.png"/><Relationship Id="rId77" Type="http://schemas.openxmlformats.org/officeDocument/2006/relationships/image" Target="../media/image140.png"/><Relationship Id="rId8" Type="http://schemas.openxmlformats.org/officeDocument/2006/relationships/customXml" Target="../ink/ink113.xml"/><Relationship Id="rId51" Type="http://schemas.openxmlformats.org/officeDocument/2006/relationships/image" Target="../media/image128.png"/><Relationship Id="rId72" Type="http://schemas.openxmlformats.org/officeDocument/2006/relationships/customXml" Target="../ink/ink145.xml"/><Relationship Id="rId80" Type="http://schemas.openxmlformats.org/officeDocument/2006/relationships/customXml" Target="../ink/ink149.xml"/><Relationship Id="rId85" Type="http://schemas.openxmlformats.org/officeDocument/2006/relationships/image" Target="../media/image144.png"/><Relationship Id="rId3" Type="http://schemas.openxmlformats.org/officeDocument/2006/relationships/image" Target="../media/image104.png"/><Relationship Id="rId12" Type="http://schemas.openxmlformats.org/officeDocument/2006/relationships/customXml" Target="../ink/ink115.xml"/><Relationship Id="rId17" Type="http://schemas.openxmlformats.org/officeDocument/2006/relationships/image" Target="../media/image111.png"/><Relationship Id="rId25" Type="http://schemas.openxmlformats.org/officeDocument/2006/relationships/image" Target="../media/image115.png"/><Relationship Id="rId33" Type="http://schemas.openxmlformats.org/officeDocument/2006/relationships/image" Target="../media/image119.png"/><Relationship Id="rId38" Type="http://schemas.openxmlformats.org/officeDocument/2006/relationships/customXml" Target="../ink/ink128.xml"/><Relationship Id="rId46" Type="http://schemas.openxmlformats.org/officeDocument/2006/relationships/customXml" Target="../ink/ink132.xml"/><Relationship Id="rId59" Type="http://schemas.openxmlformats.org/officeDocument/2006/relationships/image" Target="../media/image132.png"/><Relationship Id="rId67" Type="http://schemas.openxmlformats.org/officeDocument/2006/relationships/image" Target="../media/image135.png"/><Relationship Id="rId20" Type="http://schemas.openxmlformats.org/officeDocument/2006/relationships/customXml" Target="../ink/ink119.xml"/><Relationship Id="rId41" Type="http://schemas.openxmlformats.org/officeDocument/2006/relationships/image" Target="../media/image123.png"/><Relationship Id="rId54" Type="http://schemas.openxmlformats.org/officeDocument/2006/relationships/customXml" Target="../ink/ink136.xml"/><Relationship Id="rId62" Type="http://schemas.openxmlformats.org/officeDocument/2006/relationships/customXml" Target="../ink/ink140.xml"/><Relationship Id="rId70" Type="http://schemas.openxmlformats.org/officeDocument/2006/relationships/customXml" Target="../ink/ink144.xml"/><Relationship Id="rId75" Type="http://schemas.openxmlformats.org/officeDocument/2006/relationships/image" Target="../media/image139.png"/><Relationship Id="rId83" Type="http://schemas.openxmlformats.org/officeDocument/2006/relationships/image" Target="../media/image143.png"/><Relationship Id="rId88" Type="http://schemas.openxmlformats.org/officeDocument/2006/relationships/customXml" Target="../ink/ink15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12.xml"/><Relationship Id="rId15" Type="http://schemas.openxmlformats.org/officeDocument/2006/relationships/image" Target="../media/image110.png"/><Relationship Id="rId23" Type="http://schemas.openxmlformats.org/officeDocument/2006/relationships/image" Target="../media/image114.png"/><Relationship Id="rId28" Type="http://schemas.openxmlformats.org/officeDocument/2006/relationships/customXml" Target="../ink/ink123.xml"/><Relationship Id="rId36" Type="http://schemas.openxmlformats.org/officeDocument/2006/relationships/customXml" Target="../ink/ink127.xml"/><Relationship Id="rId49" Type="http://schemas.openxmlformats.org/officeDocument/2006/relationships/image" Target="../media/image127.png"/><Relationship Id="rId57" Type="http://schemas.openxmlformats.org/officeDocument/2006/relationships/image" Target="../media/image131.png"/><Relationship Id="rId10" Type="http://schemas.openxmlformats.org/officeDocument/2006/relationships/customXml" Target="../ink/ink114.xml"/><Relationship Id="rId31" Type="http://schemas.openxmlformats.org/officeDocument/2006/relationships/image" Target="../media/image118.png"/><Relationship Id="rId44" Type="http://schemas.openxmlformats.org/officeDocument/2006/relationships/customXml" Target="../ink/ink131.xml"/><Relationship Id="rId52" Type="http://schemas.openxmlformats.org/officeDocument/2006/relationships/customXml" Target="../ink/ink135.xml"/><Relationship Id="rId60" Type="http://schemas.openxmlformats.org/officeDocument/2006/relationships/customXml" Target="../ink/ink139.xml"/><Relationship Id="rId65" Type="http://schemas.openxmlformats.org/officeDocument/2006/relationships/image" Target="../media/image134.png"/><Relationship Id="rId73" Type="http://schemas.openxmlformats.org/officeDocument/2006/relationships/image" Target="../media/image138.png"/><Relationship Id="rId78" Type="http://schemas.openxmlformats.org/officeDocument/2006/relationships/customXml" Target="../ink/ink148.xml"/><Relationship Id="rId81" Type="http://schemas.openxmlformats.org/officeDocument/2006/relationships/image" Target="../media/image142.png"/><Relationship Id="rId86" Type="http://schemas.openxmlformats.org/officeDocument/2006/relationships/customXml" Target="../ink/ink152.xml"/><Relationship Id="rId4" Type="http://schemas.openxmlformats.org/officeDocument/2006/relationships/customXml" Target="../ink/ink111.xml"/><Relationship Id="rId9" Type="http://schemas.openxmlformats.org/officeDocument/2006/relationships/image" Target="../media/image107.png"/><Relationship Id="rId13" Type="http://schemas.openxmlformats.org/officeDocument/2006/relationships/image" Target="../media/image109.png"/><Relationship Id="rId18" Type="http://schemas.openxmlformats.org/officeDocument/2006/relationships/customXml" Target="../ink/ink118.xml"/><Relationship Id="rId39" Type="http://schemas.openxmlformats.org/officeDocument/2006/relationships/image" Target="../media/image122.png"/><Relationship Id="rId34" Type="http://schemas.openxmlformats.org/officeDocument/2006/relationships/customXml" Target="../ink/ink126.xml"/><Relationship Id="rId50" Type="http://schemas.openxmlformats.org/officeDocument/2006/relationships/customXml" Target="../ink/ink134.xml"/><Relationship Id="rId55" Type="http://schemas.openxmlformats.org/officeDocument/2006/relationships/image" Target="../media/image130.png"/><Relationship Id="rId76" Type="http://schemas.openxmlformats.org/officeDocument/2006/relationships/customXml" Target="../ink/ink147.xml"/><Relationship Id="rId7" Type="http://schemas.openxmlformats.org/officeDocument/2006/relationships/image" Target="../media/image106.png"/><Relationship Id="rId71" Type="http://schemas.openxmlformats.org/officeDocument/2006/relationships/image" Target="../media/image137.png"/><Relationship Id="rId2" Type="http://schemas.openxmlformats.org/officeDocument/2006/relationships/customXml" Target="../ink/ink110.xml"/><Relationship Id="rId29" Type="http://schemas.openxmlformats.org/officeDocument/2006/relationships/image" Target="../media/image117.png"/><Relationship Id="rId24" Type="http://schemas.openxmlformats.org/officeDocument/2006/relationships/customXml" Target="../ink/ink121.xml"/><Relationship Id="rId40" Type="http://schemas.openxmlformats.org/officeDocument/2006/relationships/customXml" Target="../ink/ink129.xml"/><Relationship Id="rId45" Type="http://schemas.openxmlformats.org/officeDocument/2006/relationships/image" Target="../media/image125.png"/><Relationship Id="rId66" Type="http://schemas.openxmlformats.org/officeDocument/2006/relationships/customXml" Target="../ink/ink142.xml"/><Relationship Id="rId87" Type="http://schemas.openxmlformats.org/officeDocument/2006/relationships/image" Target="../media/image145.png"/><Relationship Id="rId61" Type="http://schemas.openxmlformats.org/officeDocument/2006/relationships/image" Target="../media/image35.png"/><Relationship Id="rId82" Type="http://schemas.openxmlformats.org/officeDocument/2006/relationships/customXml" Target="../ink/ink150.xml"/><Relationship Id="rId19" Type="http://schemas.openxmlformats.org/officeDocument/2006/relationships/image" Target="../media/image112.png"/></Relationships>
</file>

<file path=ppt/slides/_rels/slide6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66.xml"/><Relationship Id="rId21" Type="http://schemas.openxmlformats.org/officeDocument/2006/relationships/image" Target="../media/image156.png"/><Relationship Id="rId42" Type="http://schemas.openxmlformats.org/officeDocument/2006/relationships/customXml" Target="../ink/ink174.xml"/><Relationship Id="rId47" Type="http://schemas.openxmlformats.org/officeDocument/2006/relationships/image" Target="../media/image169.png"/><Relationship Id="rId63" Type="http://schemas.openxmlformats.org/officeDocument/2006/relationships/image" Target="../media/image177.png"/><Relationship Id="rId68" Type="http://schemas.openxmlformats.org/officeDocument/2006/relationships/customXml" Target="../ink/ink187.xml"/><Relationship Id="rId84" Type="http://schemas.openxmlformats.org/officeDocument/2006/relationships/customXml" Target="../ink/ink195.xml"/><Relationship Id="rId89" Type="http://schemas.openxmlformats.org/officeDocument/2006/relationships/image" Target="../media/image190.png"/><Relationship Id="rId16" Type="http://schemas.openxmlformats.org/officeDocument/2006/relationships/customXml" Target="../ink/ink161.xml"/><Relationship Id="rId107" Type="http://schemas.openxmlformats.org/officeDocument/2006/relationships/image" Target="../media/image197.png"/><Relationship Id="rId11" Type="http://schemas.openxmlformats.org/officeDocument/2006/relationships/image" Target="../media/image151.png"/><Relationship Id="rId32" Type="http://schemas.openxmlformats.org/officeDocument/2006/relationships/customXml" Target="../ink/ink169.xml"/><Relationship Id="rId37" Type="http://schemas.openxmlformats.org/officeDocument/2006/relationships/image" Target="../media/image164.png"/><Relationship Id="rId53" Type="http://schemas.openxmlformats.org/officeDocument/2006/relationships/image" Target="../media/image172.png"/><Relationship Id="rId58" Type="http://schemas.openxmlformats.org/officeDocument/2006/relationships/customXml" Target="../ink/ink182.xml"/><Relationship Id="rId74" Type="http://schemas.openxmlformats.org/officeDocument/2006/relationships/customXml" Target="../ink/ink190.xml"/><Relationship Id="rId79" Type="http://schemas.openxmlformats.org/officeDocument/2006/relationships/image" Target="../media/image185.png"/><Relationship Id="rId102" Type="http://schemas.openxmlformats.org/officeDocument/2006/relationships/customXml" Target="../ink/ink204.xml"/><Relationship Id="rId5" Type="http://schemas.openxmlformats.org/officeDocument/2006/relationships/image" Target="../media/image148.png"/><Relationship Id="rId90" Type="http://schemas.openxmlformats.org/officeDocument/2006/relationships/customXml" Target="../ink/ink198.xml"/><Relationship Id="rId95" Type="http://schemas.openxmlformats.org/officeDocument/2006/relationships/image" Target="../media/image6.png"/><Relationship Id="rId22" Type="http://schemas.openxmlformats.org/officeDocument/2006/relationships/customXml" Target="../ink/ink164.xml"/><Relationship Id="rId27" Type="http://schemas.openxmlformats.org/officeDocument/2006/relationships/image" Target="../media/image159.png"/><Relationship Id="rId43" Type="http://schemas.openxmlformats.org/officeDocument/2006/relationships/image" Target="../media/image167.png"/><Relationship Id="rId48" Type="http://schemas.openxmlformats.org/officeDocument/2006/relationships/customXml" Target="../ink/ink177.xml"/><Relationship Id="rId64" Type="http://schemas.openxmlformats.org/officeDocument/2006/relationships/customXml" Target="../ink/ink185.xml"/><Relationship Id="rId69" Type="http://schemas.openxmlformats.org/officeDocument/2006/relationships/image" Target="../media/image180.png"/><Relationship Id="rId80" Type="http://schemas.openxmlformats.org/officeDocument/2006/relationships/customXml" Target="../ink/ink193.xml"/><Relationship Id="rId85" Type="http://schemas.openxmlformats.org/officeDocument/2006/relationships/image" Target="../media/image188.png"/><Relationship Id="rId12" Type="http://schemas.openxmlformats.org/officeDocument/2006/relationships/customXml" Target="../ink/ink159.xml"/><Relationship Id="rId17" Type="http://schemas.openxmlformats.org/officeDocument/2006/relationships/image" Target="../media/image154.png"/><Relationship Id="rId33" Type="http://schemas.openxmlformats.org/officeDocument/2006/relationships/image" Target="../media/image162.png"/><Relationship Id="rId38" Type="http://schemas.openxmlformats.org/officeDocument/2006/relationships/customXml" Target="../ink/ink172.xml"/><Relationship Id="rId59" Type="http://schemas.openxmlformats.org/officeDocument/2006/relationships/image" Target="../media/image175.png"/><Relationship Id="rId103" Type="http://schemas.openxmlformats.org/officeDocument/2006/relationships/image" Target="../media/image195.png"/><Relationship Id="rId108" Type="http://schemas.openxmlformats.org/officeDocument/2006/relationships/customXml" Target="../ink/ink207.xml"/><Relationship Id="rId54" Type="http://schemas.openxmlformats.org/officeDocument/2006/relationships/customXml" Target="../ink/ink180.xml"/><Relationship Id="rId70" Type="http://schemas.openxmlformats.org/officeDocument/2006/relationships/customXml" Target="../ink/ink188.xml"/><Relationship Id="rId75" Type="http://schemas.openxmlformats.org/officeDocument/2006/relationships/image" Target="../media/image183.png"/><Relationship Id="rId91" Type="http://schemas.openxmlformats.org/officeDocument/2006/relationships/image" Target="../media/image191.png"/><Relationship Id="rId96" Type="http://schemas.openxmlformats.org/officeDocument/2006/relationships/customXml" Target="../ink/ink20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56.xml"/><Relationship Id="rId15" Type="http://schemas.openxmlformats.org/officeDocument/2006/relationships/image" Target="../media/image153.png"/><Relationship Id="rId23" Type="http://schemas.openxmlformats.org/officeDocument/2006/relationships/image" Target="../media/image157.png"/><Relationship Id="rId28" Type="http://schemas.openxmlformats.org/officeDocument/2006/relationships/customXml" Target="../ink/ink167.xml"/><Relationship Id="rId36" Type="http://schemas.openxmlformats.org/officeDocument/2006/relationships/customXml" Target="../ink/ink171.xml"/><Relationship Id="rId49" Type="http://schemas.openxmlformats.org/officeDocument/2006/relationships/image" Target="../media/image170.png"/><Relationship Id="rId57" Type="http://schemas.openxmlformats.org/officeDocument/2006/relationships/image" Target="../media/image174.png"/><Relationship Id="rId106" Type="http://schemas.openxmlformats.org/officeDocument/2006/relationships/customXml" Target="../ink/ink206.xml"/><Relationship Id="rId10" Type="http://schemas.openxmlformats.org/officeDocument/2006/relationships/customXml" Target="../ink/ink158.xml"/><Relationship Id="rId31" Type="http://schemas.openxmlformats.org/officeDocument/2006/relationships/image" Target="../media/image161.png"/><Relationship Id="rId44" Type="http://schemas.openxmlformats.org/officeDocument/2006/relationships/customXml" Target="../ink/ink175.xml"/><Relationship Id="rId52" Type="http://schemas.openxmlformats.org/officeDocument/2006/relationships/customXml" Target="../ink/ink179.xml"/><Relationship Id="rId60" Type="http://schemas.openxmlformats.org/officeDocument/2006/relationships/customXml" Target="../ink/ink183.xml"/><Relationship Id="rId65" Type="http://schemas.openxmlformats.org/officeDocument/2006/relationships/image" Target="../media/image178.png"/><Relationship Id="rId73" Type="http://schemas.openxmlformats.org/officeDocument/2006/relationships/image" Target="../media/image182.png"/><Relationship Id="rId78" Type="http://schemas.openxmlformats.org/officeDocument/2006/relationships/customXml" Target="../ink/ink192.xml"/><Relationship Id="rId81" Type="http://schemas.openxmlformats.org/officeDocument/2006/relationships/image" Target="../media/image186.png"/><Relationship Id="rId86" Type="http://schemas.openxmlformats.org/officeDocument/2006/relationships/customXml" Target="../ink/ink196.xml"/><Relationship Id="rId94" Type="http://schemas.openxmlformats.org/officeDocument/2006/relationships/customXml" Target="../ink/ink200.xml"/><Relationship Id="rId99" Type="http://schemas.openxmlformats.org/officeDocument/2006/relationships/image" Target="../media/image193.png"/><Relationship Id="rId101" Type="http://schemas.openxmlformats.org/officeDocument/2006/relationships/image" Target="../media/image194.png"/><Relationship Id="rId4" Type="http://schemas.openxmlformats.org/officeDocument/2006/relationships/customXml" Target="../ink/ink155.xml"/><Relationship Id="rId9" Type="http://schemas.openxmlformats.org/officeDocument/2006/relationships/image" Target="../media/image150.png"/><Relationship Id="rId13" Type="http://schemas.openxmlformats.org/officeDocument/2006/relationships/image" Target="../media/image152.png"/><Relationship Id="rId18" Type="http://schemas.openxmlformats.org/officeDocument/2006/relationships/customXml" Target="../ink/ink162.xml"/><Relationship Id="rId39" Type="http://schemas.openxmlformats.org/officeDocument/2006/relationships/image" Target="../media/image165.png"/><Relationship Id="rId109" Type="http://schemas.openxmlformats.org/officeDocument/2006/relationships/image" Target="../media/image198.png"/><Relationship Id="rId34" Type="http://schemas.openxmlformats.org/officeDocument/2006/relationships/customXml" Target="../ink/ink170.xml"/><Relationship Id="rId50" Type="http://schemas.openxmlformats.org/officeDocument/2006/relationships/customXml" Target="../ink/ink178.xml"/><Relationship Id="rId55" Type="http://schemas.openxmlformats.org/officeDocument/2006/relationships/image" Target="../media/image173.png"/><Relationship Id="rId76" Type="http://schemas.openxmlformats.org/officeDocument/2006/relationships/customXml" Target="../ink/ink191.xml"/><Relationship Id="rId97" Type="http://schemas.openxmlformats.org/officeDocument/2006/relationships/image" Target="../media/image192.png"/><Relationship Id="rId104" Type="http://schemas.openxmlformats.org/officeDocument/2006/relationships/customXml" Target="../ink/ink205.xml"/><Relationship Id="rId7" Type="http://schemas.openxmlformats.org/officeDocument/2006/relationships/image" Target="../media/image149.png"/><Relationship Id="rId71" Type="http://schemas.openxmlformats.org/officeDocument/2006/relationships/image" Target="../media/image181.png"/><Relationship Id="rId92" Type="http://schemas.openxmlformats.org/officeDocument/2006/relationships/customXml" Target="../ink/ink199.xml"/><Relationship Id="rId2" Type="http://schemas.openxmlformats.org/officeDocument/2006/relationships/customXml" Target="../ink/ink154.xml"/><Relationship Id="rId29" Type="http://schemas.openxmlformats.org/officeDocument/2006/relationships/image" Target="../media/image160.png"/><Relationship Id="rId24" Type="http://schemas.openxmlformats.org/officeDocument/2006/relationships/customXml" Target="../ink/ink165.xml"/><Relationship Id="rId40" Type="http://schemas.openxmlformats.org/officeDocument/2006/relationships/customXml" Target="../ink/ink173.xml"/><Relationship Id="rId45" Type="http://schemas.openxmlformats.org/officeDocument/2006/relationships/image" Target="../media/image168.png"/><Relationship Id="rId66" Type="http://schemas.openxmlformats.org/officeDocument/2006/relationships/customXml" Target="../ink/ink186.xml"/><Relationship Id="rId87" Type="http://schemas.openxmlformats.org/officeDocument/2006/relationships/image" Target="../media/image189.png"/><Relationship Id="rId61" Type="http://schemas.openxmlformats.org/officeDocument/2006/relationships/image" Target="../media/image176.png"/><Relationship Id="rId82" Type="http://schemas.openxmlformats.org/officeDocument/2006/relationships/customXml" Target="../ink/ink194.xml"/><Relationship Id="rId19" Type="http://schemas.openxmlformats.org/officeDocument/2006/relationships/image" Target="../media/image155.png"/><Relationship Id="rId14" Type="http://schemas.openxmlformats.org/officeDocument/2006/relationships/customXml" Target="../ink/ink160.xml"/><Relationship Id="rId30" Type="http://schemas.openxmlformats.org/officeDocument/2006/relationships/customXml" Target="../ink/ink168.xml"/><Relationship Id="rId35" Type="http://schemas.openxmlformats.org/officeDocument/2006/relationships/image" Target="../media/image163.png"/><Relationship Id="rId56" Type="http://schemas.openxmlformats.org/officeDocument/2006/relationships/customXml" Target="../ink/ink181.xml"/><Relationship Id="rId77" Type="http://schemas.openxmlformats.org/officeDocument/2006/relationships/image" Target="../media/image184.png"/><Relationship Id="rId100" Type="http://schemas.openxmlformats.org/officeDocument/2006/relationships/customXml" Target="../ink/ink203.xml"/><Relationship Id="rId105" Type="http://schemas.openxmlformats.org/officeDocument/2006/relationships/image" Target="../media/image196.png"/><Relationship Id="rId8" Type="http://schemas.openxmlformats.org/officeDocument/2006/relationships/customXml" Target="../ink/ink157.xml"/><Relationship Id="rId51" Type="http://schemas.openxmlformats.org/officeDocument/2006/relationships/image" Target="../media/image171.png"/><Relationship Id="rId72" Type="http://schemas.openxmlformats.org/officeDocument/2006/relationships/customXml" Target="../ink/ink189.xml"/><Relationship Id="rId93" Type="http://schemas.openxmlformats.org/officeDocument/2006/relationships/image" Target="../media/image28.png"/><Relationship Id="rId98" Type="http://schemas.openxmlformats.org/officeDocument/2006/relationships/customXml" Target="../ink/ink202.xml"/><Relationship Id="rId3" Type="http://schemas.openxmlformats.org/officeDocument/2006/relationships/image" Target="../media/image147.png"/><Relationship Id="rId25" Type="http://schemas.openxmlformats.org/officeDocument/2006/relationships/image" Target="../media/image158.png"/><Relationship Id="rId46" Type="http://schemas.openxmlformats.org/officeDocument/2006/relationships/customXml" Target="../ink/ink176.xml"/><Relationship Id="rId67" Type="http://schemas.openxmlformats.org/officeDocument/2006/relationships/image" Target="../media/image179.png"/><Relationship Id="rId20" Type="http://schemas.openxmlformats.org/officeDocument/2006/relationships/customXml" Target="../ink/ink163.xml"/><Relationship Id="rId41" Type="http://schemas.openxmlformats.org/officeDocument/2006/relationships/image" Target="../media/image166.png"/><Relationship Id="rId62" Type="http://schemas.openxmlformats.org/officeDocument/2006/relationships/customXml" Target="../ink/ink184.xml"/><Relationship Id="rId83" Type="http://schemas.openxmlformats.org/officeDocument/2006/relationships/image" Target="../media/image187.png"/><Relationship Id="rId88" Type="http://schemas.openxmlformats.org/officeDocument/2006/relationships/customXml" Target="../ink/ink19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211.xml"/><Relationship Id="rId13" Type="http://schemas.openxmlformats.org/officeDocument/2006/relationships/image" Target="../media/image203.png"/><Relationship Id="rId18" Type="http://schemas.openxmlformats.org/officeDocument/2006/relationships/customXml" Target="../ink/ink216.xml"/><Relationship Id="rId26" Type="http://schemas.openxmlformats.org/officeDocument/2006/relationships/customXml" Target="../ink/ink220.xml"/><Relationship Id="rId3" Type="http://schemas.openxmlformats.org/officeDocument/2006/relationships/image" Target="../media/image199.png"/><Relationship Id="rId21" Type="http://schemas.openxmlformats.org/officeDocument/2006/relationships/image" Target="../media/image207.png"/><Relationship Id="rId7" Type="http://schemas.openxmlformats.org/officeDocument/2006/relationships/image" Target="../media/image201.png"/><Relationship Id="rId12" Type="http://schemas.openxmlformats.org/officeDocument/2006/relationships/customXml" Target="../ink/ink213.xml"/><Relationship Id="rId17" Type="http://schemas.openxmlformats.org/officeDocument/2006/relationships/image" Target="../media/image205.png"/><Relationship Id="rId25" Type="http://schemas.openxmlformats.org/officeDocument/2006/relationships/image" Target="../media/image209.png"/><Relationship Id="rId2" Type="http://schemas.openxmlformats.org/officeDocument/2006/relationships/customXml" Target="../ink/ink208.xml"/><Relationship Id="rId16" Type="http://schemas.openxmlformats.org/officeDocument/2006/relationships/customXml" Target="../ink/ink215.xml"/><Relationship Id="rId20" Type="http://schemas.openxmlformats.org/officeDocument/2006/relationships/customXml" Target="../ink/ink217.xml"/><Relationship Id="rId29" Type="http://schemas.openxmlformats.org/officeDocument/2006/relationships/image" Target="../media/image21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10.xml"/><Relationship Id="rId11" Type="http://schemas.openxmlformats.org/officeDocument/2006/relationships/image" Target="../media/image202.png"/><Relationship Id="rId24" Type="http://schemas.openxmlformats.org/officeDocument/2006/relationships/customXml" Target="../ink/ink219.xml"/><Relationship Id="rId5" Type="http://schemas.openxmlformats.org/officeDocument/2006/relationships/image" Target="../media/image200.png"/><Relationship Id="rId15" Type="http://schemas.openxmlformats.org/officeDocument/2006/relationships/image" Target="../media/image204.png"/><Relationship Id="rId23" Type="http://schemas.openxmlformats.org/officeDocument/2006/relationships/image" Target="../media/image208.png"/><Relationship Id="rId28" Type="http://schemas.openxmlformats.org/officeDocument/2006/relationships/customXml" Target="../ink/ink221.xml"/><Relationship Id="rId10" Type="http://schemas.openxmlformats.org/officeDocument/2006/relationships/customXml" Target="../ink/ink212.xml"/><Relationship Id="rId19" Type="http://schemas.openxmlformats.org/officeDocument/2006/relationships/image" Target="../media/image206.png"/><Relationship Id="rId31" Type="http://schemas.openxmlformats.org/officeDocument/2006/relationships/image" Target="../media/image212.png"/><Relationship Id="rId4" Type="http://schemas.openxmlformats.org/officeDocument/2006/relationships/customXml" Target="../ink/ink209.xml"/><Relationship Id="rId9" Type="http://schemas.openxmlformats.org/officeDocument/2006/relationships/image" Target="../media/image6.png"/><Relationship Id="rId14" Type="http://schemas.openxmlformats.org/officeDocument/2006/relationships/customXml" Target="../ink/ink214.xml"/><Relationship Id="rId22" Type="http://schemas.openxmlformats.org/officeDocument/2006/relationships/customXml" Target="../ink/ink218.xml"/><Relationship Id="rId27" Type="http://schemas.openxmlformats.org/officeDocument/2006/relationships/image" Target="../media/image210.png"/><Relationship Id="rId30" Type="http://schemas.openxmlformats.org/officeDocument/2006/relationships/customXml" Target="../ink/ink22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35.xml"/><Relationship Id="rId21" Type="http://schemas.openxmlformats.org/officeDocument/2006/relationships/image" Target="../media/image222.png"/><Relationship Id="rId42" Type="http://schemas.openxmlformats.org/officeDocument/2006/relationships/customXml" Target="../ink/ink243.xml"/><Relationship Id="rId47" Type="http://schemas.openxmlformats.org/officeDocument/2006/relationships/image" Target="../media/image235.png"/><Relationship Id="rId63" Type="http://schemas.openxmlformats.org/officeDocument/2006/relationships/image" Target="../media/image243.png"/><Relationship Id="rId68" Type="http://schemas.openxmlformats.org/officeDocument/2006/relationships/customXml" Target="../ink/ink256.xml"/><Relationship Id="rId84" Type="http://schemas.openxmlformats.org/officeDocument/2006/relationships/customXml" Target="../ink/ink264.xml"/><Relationship Id="rId89" Type="http://schemas.openxmlformats.org/officeDocument/2006/relationships/image" Target="../media/image256.png"/><Relationship Id="rId16" Type="http://schemas.openxmlformats.org/officeDocument/2006/relationships/customXml" Target="../ink/ink230.xml"/><Relationship Id="rId107" Type="http://schemas.openxmlformats.org/officeDocument/2006/relationships/image" Target="../media/image265.png"/><Relationship Id="rId11" Type="http://schemas.openxmlformats.org/officeDocument/2006/relationships/image" Target="../media/image217.png"/><Relationship Id="rId32" Type="http://schemas.openxmlformats.org/officeDocument/2006/relationships/customXml" Target="../ink/ink238.xml"/><Relationship Id="rId37" Type="http://schemas.openxmlformats.org/officeDocument/2006/relationships/image" Target="../media/image230.png"/><Relationship Id="rId53" Type="http://schemas.openxmlformats.org/officeDocument/2006/relationships/image" Target="../media/image238.png"/><Relationship Id="rId58" Type="http://schemas.openxmlformats.org/officeDocument/2006/relationships/customXml" Target="../ink/ink251.xml"/><Relationship Id="rId74" Type="http://schemas.openxmlformats.org/officeDocument/2006/relationships/customXml" Target="../ink/ink259.xml"/><Relationship Id="rId79" Type="http://schemas.openxmlformats.org/officeDocument/2006/relationships/image" Target="../media/image251.png"/><Relationship Id="rId102" Type="http://schemas.openxmlformats.org/officeDocument/2006/relationships/customXml" Target="../ink/ink273.xml"/><Relationship Id="rId5" Type="http://schemas.openxmlformats.org/officeDocument/2006/relationships/image" Target="../media/image214.png"/><Relationship Id="rId90" Type="http://schemas.openxmlformats.org/officeDocument/2006/relationships/customXml" Target="../ink/ink267.xml"/><Relationship Id="rId95" Type="http://schemas.openxmlformats.org/officeDocument/2006/relationships/image" Target="../media/image259.png"/><Relationship Id="rId22" Type="http://schemas.openxmlformats.org/officeDocument/2006/relationships/customXml" Target="../ink/ink233.xml"/><Relationship Id="rId27" Type="http://schemas.openxmlformats.org/officeDocument/2006/relationships/image" Target="../media/image225.png"/><Relationship Id="rId43" Type="http://schemas.openxmlformats.org/officeDocument/2006/relationships/image" Target="../media/image233.png"/><Relationship Id="rId48" Type="http://schemas.openxmlformats.org/officeDocument/2006/relationships/customXml" Target="../ink/ink246.xml"/><Relationship Id="rId64" Type="http://schemas.openxmlformats.org/officeDocument/2006/relationships/customXml" Target="../ink/ink254.xml"/><Relationship Id="rId69" Type="http://schemas.openxmlformats.org/officeDocument/2006/relationships/image" Target="../media/image246.png"/><Relationship Id="rId80" Type="http://schemas.openxmlformats.org/officeDocument/2006/relationships/customXml" Target="../ink/ink262.xml"/><Relationship Id="rId85" Type="http://schemas.openxmlformats.org/officeDocument/2006/relationships/image" Target="../media/image254.png"/><Relationship Id="rId12" Type="http://schemas.openxmlformats.org/officeDocument/2006/relationships/customXml" Target="../ink/ink228.xml"/><Relationship Id="rId17" Type="http://schemas.openxmlformats.org/officeDocument/2006/relationships/image" Target="../media/image220.png"/><Relationship Id="rId33" Type="http://schemas.openxmlformats.org/officeDocument/2006/relationships/image" Target="../media/image228.png"/><Relationship Id="rId38" Type="http://schemas.openxmlformats.org/officeDocument/2006/relationships/customXml" Target="../ink/ink241.xml"/><Relationship Id="rId59" Type="http://schemas.openxmlformats.org/officeDocument/2006/relationships/image" Target="../media/image241.png"/><Relationship Id="rId103" Type="http://schemas.openxmlformats.org/officeDocument/2006/relationships/image" Target="../media/image263.png"/><Relationship Id="rId108" Type="http://schemas.openxmlformats.org/officeDocument/2006/relationships/customXml" Target="../ink/ink276.xml"/><Relationship Id="rId54" Type="http://schemas.openxmlformats.org/officeDocument/2006/relationships/customXml" Target="../ink/ink249.xml"/><Relationship Id="rId70" Type="http://schemas.openxmlformats.org/officeDocument/2006/relationships/customXml" Target="../ink/ink257.xml"/><Relationship Id="rId75" Type="http://schemas.openxmlformats.org/officeDocument/2006/relationships/image" Target="../media/image249.png"/><Relationship Id="rId91" Type="http://schemas.openxmlformats.org/officeDocument/2006/relationships/image" Target="../media/image257.png"/><Relationship Id="rId96" Type="http://schemas.openxmlformats.org/officeDocument/2006/relationships/customXml" Target="../ink/ink270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25.xml"/><Relationship Id="rId15" Type="http://schemas.openxmlformats.org/officeDocument/2006/relationships/image" Target="../media/image219.png"/><Relationship Id="rId23" Type="http://schemas.openxmlformats.org/officeDocument/2006/relationships/image" Target="../media/image223.png"/><Relationship Id="rId28" Type="http://schemas.openxmlformats.org/officeDocument/2006/relationships/customXml" Target="../ink/ink236.xml"/><Relationship Id="rId36" Type="http://schemas.openxmlformats.org/officeDocument/2006/relationships/customXml" Target="../ink/ink240.xml"/><Relationship Id="rId49" Type="http://schemas.openxmlformats.org/officeDocument/2006/relationships/image" Target="../media/image236.png"/><Relationship Id="rId57" Type="http://schemas.openxmlformats.org/officeDocument/2006/relationships/image" Target="../media/image240.png"/><Relationship Id="rId106" Type="http://schemas.openxmlformats.org/officeDocument/2006/relationships/customXml" Target="../ink/ink275.xml"/><Relationship Id="rId10" Type="http://schemas.openxmlformats.org/officeDocument/2006/relationships/customXml" Target="../ink/ink227.xml"/><Relationship Id="rId31" Type="http://schemas.openxmlformats.org/officeDocument/2006/relationships/image" Target="../media/image227.png"/><Relationship Id="rId44" Type="http://schemas.openxmlformats.org/officeDocument/2006/relationships/customXml" Target="../ink/ink244.xml"/><Relationship Id="rId52" Type="http://schemas.openxmlformats.org/officeDocument/2006/relationships/customXml" Target="../ink/ink248.xml"/><Relationship Id="rId60" Type="http://schemas.openxmlformats.org/officeDocument/2006/relationships/customXml" Target="../ink/ink252.xml"/><Relationship Id="rId65" Type="http://schemas.openxmlformats.org/officeDocument/2006/relationships/image" Target="../media/image244.png"/><Relationship Id="rId73" Type="http://schemas.openxmlformats.org/officeDocument/2006/relationships/image" Target="../media/image248.png"/><Relationship Id="rId78" Type="http://schemas.openxmlformats.org/officeDocument/2006/relationships/customXml" Target="../ink/ink261.xml"/><Relationship Id="rId81" Type="http://schemas.openxmlformats.org/officeDocument/2006/relationships/image" Target="../media/image252.png"/><Relationship Id="rId86" Type="http://schemas.openxmlformats.org/officeDocument/2006/relationships/customXml" Target="../ink/ink265.xml"/><Relationship Id="rId94" Type="http://schemas.openxmlformats.org/officeDocument/2006/relationships/customXml" Target="../ink/ink269.xml"/><Relationship Id="rId99" Type="http://schemas.openxmlformats.org/officeDocument/2006/relationships/image" Target="../media/image261.png"/><Relationship Id="rId101" Type="http://schemas.openxmlformats.org/officeDocument/2006/relationships/image" Target="../media/image262.png"/><Relationship Id="rId4" Type="http://schemas.openxmlformats.org/officeDocument/2006/relationships/customXml" Target="../ink/ink224.xml"/><Relationship Id="rId9" Type="http://schemas.openxmlformats.org/officeDocument/2006/relationships/image" Target="../media/image216.png"/><Relationship Id="rId13" Type="http://schemas.openxmlformats.org/officeDocument/2006/relationships/image" Target="../media/image218.png"/><Relationship Id="rId18" Type="http://schemas.openxmlformats.org/officeDocument/2006/relationships/customXml" Target="../ink/ink231.xml"/><Relationship Id="rId39" Type="http://schemas.openxmlformats.org/officeDocument/2006/relationships/image" Target="../media/image231.png"/><Relationship Id="rId109" Type="http://schemas.openxmlformats.org/officeDocument/2006/relationships/image" Target="../media/image266.png"/><Relationship Id="rId34" Type="http://schemas.openxmlformats.org/officeDocument/2006/relationships/customXml" Target="../ink/ink239.xml"/><Relationship Id="rId50" Type="http://schemas.openxmlformats.org/officeDocument/2006/relationships/customXml" Target="../ink/ink247.xml"/><Relationship Id="rId55" Type="http://schemas.openxmlformats.org/officeDocument/2006/relationships/image" Target="../media/image239.png"/><Relationship Id="rId76" Type="http://schemas.openxmlformats.org/officeDocument/2006/relationships/customXml" Target="../ink/ink260.xml"/><Relationship Id="rId97" Type="http://schemas.openxmlformats.org/officeDocument/2006/relationships/image" Target="../media/image260.png"/><Relationship Id="rId104" Type="http://schemas.openxmlformats.org/officeDocument/2006/relationships/customXml" Target="../ink/ink274.xml"/><Relationship Id="rId7" Type="http://schemas.openxmlformats.org/officeDocument/2006/relationships/image" Target="../media/image215.png"/><Relationship Id="rId71" Type="http://schemas.openxmlformats.org/officeDocument/2006/relationships/image" Target="../media/image247.png"/><Relationship Id="rId92" Type="http://schemas.openxmlformats.org/officeDocument/2006/relationships/customXml" Target="../ink/ink268.xml"/><Relationship Id="rId2" Type="http://schemas.openxmlformats.org/officeDocument/2006/relationships/customXml" Target="../ink/ink223.xml"/><Relationship Id="rId29" Type="http://schemas.openxmlformats.org/officeDocument/2006/relationships/image" Target="../media/image226.png"/><Relationship Id="rId24" Type="http://schemas.openxmlformats.org/officeDocument/2006/relationships/customXml" Target="../ink/ink234.xml"/><Relationship Id="rId40" Type="http://schemas.openxmlformats.org/officeDocument/2006/relationships/customXml" Target="../ink/ink242.xml"/><Relationship Id="rId45" Type="http://schemas.openxmlformats.org/officeDocument/2006/relationships/image" Target="../media/image234.png"/><Relationship Id="rId66" Type="http://schemas.openxmlformats.org/officeDocument/2006/relationships/customXml" Target="../ink/ink255.xml"/><Relationship Id="rId87" Type="http://schemas.openxmlformats.org/officeDocument/2006/relationships/image" Target="../media/image255.png"/><Relationship Id="rId61" Type="http://schemas.openxmlformats.org/officeDocument/2006/relationships/image" Target="../media/image242.png"/><Relationship Id="rId82" Type="http://schemas.openxmlformats.org/officeDocument/2006/relationships/customXml" Target="../ink/ink263.xml"/><Relationship Id="rId19" Type="http://schemas.openxmlformats.org/officeDocument/2006/relationships/image" Target="../media/image221.png"/><Relationship Id="rId14" Type="http://schemas.openxmlformats.org/officeDocument/2006/relationships/customXml" Target="../ink/ink229.xml"/><Relationship Id="rId30" Type="http://schemas.openxmlformats.org/officeDocument/2006/relationships/customXml" Target="../ink/ink237.xml"/><Relationship Id="rId35" Type="http://schemas.openxmlformats.org/officeDocument/2006/relationships/image" Target="../media/image229.png"/><Relationship Id="rId56" Type="http://schemas.openxmlformats.org/officeDocument/2006/relationships/customXml" Target="../ink/ink250.xml"/><Relationship Id="rId77" Type="http://schemas.openxmlformats.org/officeDocument/2006/relationships/image" Target="../media/image250.png"/><Relationship Id="rId100" Type="http://schemas.openxmlformats.org/officeDocument/2006/relationships/customXml" Target="../ink/ink272.xml"/><Relationship Id="rId105" Type="http://schemas.openxmlformats.org/officeDocument/2006/relationships/image" Target="../media/image264.png"/><Relationship Id="rId8" Type="http://schemas.openxmlformats.org/officeDocument/2006/relationships/customXml" Target="../ink/ink226.xml"/><Relationship Id="rId51" Type="http://schemas.openxmlformats.org/officeDocument/2006/relationships/image" Target="../media/image237.png"/><Relationship Id="rId72" Type="http://schemas.openxmlformats.org/officeDocument/2006/relationships/customXml" Target="../ink/ink258.xml"/><Relationship Id="rId93" Type="http://schemas.openxmlformats.org/officeDocument/2006/relationships/image" Target="../media/image258.png"/><Relationship Id="rId98" Type="http://schemas.openxmlformats.org/officeDocument/2006/relationships/customXml" Target="../ink/ink271.xml"/><Relationship Id="rId3" Type="http://schemas.openxmlformats.org/officeDocument/2006/relationships/image" Target="../media/image213.png"/><Relationship Id="rId25" Type="http://schemas.openxmlformats.org/officeDocument/2006/relationships/image" Target="../media/image224.png"/><Relationship Id="rId46" Type="http://schemas.openxmlformats.org/officeDocument/2006/relationships/customXml" Target="../ink/ink245.xml"/><Relationship Id="rId67" Type="http://schemas.openxmlformats.org/officeDocument/2006/relationships/image" Target="../media/image245.png"/><Relationship Id="rId20" Type="http://schemas.openxmlformats.org/officeDocument/2006/relationships/customXml" Target="../ink/ink232.xml"/><Relationship Id="rId41" Type="http://schemas.openxmlformats.org/officeDocument/2006/relationships/image" Target="../media/image232.png"/><Relationship Id="rId62" Type="http://schemas.openxmlformats.org/officeDocument/2006/relationships/customXml" Target="../ink/ink253.xml"/><Relationship Id="rId83" Type="http://schemas.openxmlformats.org/officeDocument/2006/relationships/image" Target="../media/image253.png"/><Relationship Id="rId88" Type="http://schemas.openxmlformats.org/officeDocument/2006/relationships/customXml" Target="../ink/ink26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Хэш-таблицы: Устройство и алгоритмы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Как работает dict в Python и почему это быстро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Проблема поиска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Массив / список — перебор всех элементов (O(n))</a:t>
            </a:r>
          </a:p>
          <a:p>
            <a:pPr>
              <a:defRPr sz="1800"/>
            </a:pPr>
            <a:r>
              <a:t>Сортированный массив — бинарный поиск (O(log n)), но нужна сортировка</a:t>
            </a:r>
          </a:p>
          <a:p>
            <a:pPr>
              <a:defRPr sz="1800"/>
            </a:pPr>
            <a:r>
              <a:t>Наша цель — мгновенный доступ (O(1))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Интуиция: очередь людей vs ячейки почты с номерами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Что такое хэш-функция?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Hash(data) → integer</a:t>
            </a:r>
          </a:p>
          <a:p>
            <a:pPr>
              <a:defRPr sz="1800"/>
            </a:pPr>
            <a:r>
              <a:t>Пример: hash("user_1") → 1459302</a:t>
            </a:r>
          </a:p>
          <a:p>
            <a:pPr>
              <a:defRPr sz="1800"/>
            </a:pPr>
            <a:r>
              <a:t>Пример: hash("user_2") → 9348102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Свойства: быстрая, детерминированная</a:t>
            </a:r>
          </a:p>
          <a:p>
            <a:pPr>
              <a:defRPr sz="1800"/>
            </a:pPr>
            <a:r>
              <a:t>Схема: ключ → хэш-функция → хэш-код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BBF7148-DB9F-F2A2-5A04-E3D834AC5168}"/>
              </a:ext>
            </a:extLst>
          </p:cNvPr>
          <p:cNvGrpSpPr/>
          <p:nvPr/>
        </p:nvGrpSpPr>
        <p:grpSpPr>
          <a:xfrm>
            <a:off x="4183640" y="5058370"/>
            <a:ext cx="847080" cy="163800"/>
            <a:chOff x="4183640" y="5058370"/>
            <a:chExt cx="847080" cy="163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02A4BB5-171F-B9C7-6366-BD398528F3F0}"/>
                    </a:ext>
                  </a:extLst>
                </p14:cNvPr>
                <p14:cNvContentPartPr/>
                <p14:nvPr/>
              </p14:nvContentPartPr>
              <p14:xfrm>
                <a:off x="4183640" y="5062690"/>
                <a:ext cx="134640" cy="1458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02A4BB5-171F-B9C7-6366-BD398528F3F0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177520" y="5056570"/>
                  <a:ext cx="14688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6BA422A-5513-A4C7-A6EF-7E44860A8D09}"/>
                    </a:ext>
                  </a:extLst>
                </p14:cNvPr>
                <p14:cNvContentPartPr/>
                <p14:nvPr/>
              </p14:nvContentPartPr>
              <p14:xfrm>
                <a:off x="4387400" y="5065210"/>
                <a:ext cx="75960" cy="1137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6BA422A-5513-A4C7-A6EF-7E44860A8D0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381280" y="5059090"/>
                  <a:ext cx="882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D5FBCA9-06DA-1081-007C-59072CA204D3}"/>
                    </a:ext>
                  </a:extLst>
                </p14:cNvPr>
                <p14:cNvContentPartPr/>
                <p14:nvPr/>
              </p14:nvContentPartPr>
              <p14:xfrm>
                <a:off x="4515920" y="5060530"/>
                <a:ext cx="92880" cy="1389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D5FBCA9-06DA-1081-007C-59072CA204D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509800" y="5054410"/>
                  <a:ext cx="10512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CABADD7-2F00-4B25-1A56-B63351E31B0A}"/>
                    </a:ext>
                  </a:extLst>
                </p14:cNvPr>
                <p14:cNvContentPartPr/>
                <p14:nvPr/>
              </p14:nvContentPartPr>
              <p14:xfrm>
                <a:off x="4700600" y="5058370"/>
                <a:ext cx="81000" cy="1314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CABADD7-2F00-4B25-1A56-B63351E31B0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694480" y="5052250"/>
                  <a:ext cx="9324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BB1C0A46-7E60-8E74-4CD7-01CF63F9F877}"/>
                    </a:ext>
                  </a:extLst>
                </p14:cNvPr>
                <p14:cNvContentPartPr/>
                <p14:nvPr/>
              </p14:nvContentPartPr>
              <p14:xfrm>
                <a:off x="4845320" y="5117770"/>
                <a:ext cx="13320" cy="950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BB1C0A46-7E60-8E74-4CD7-01CF63F9F87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839200" y="5111650"/>
                  <a:ext cx="2556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A08578D-5FDE-5D93-FF5F-9F076631BD95}"/>
                    </a:ext>
                  </a:extLst>
                </p14:cNvPr>
                <p14:cNvContentPartPr/>
                <p14:nvPr/>
              </p14:nvContentPartPr>
              <p14:xfrm>
                <a:off x="4876640" y="5059090"/>
                <a:ext cx="2880" cy="18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A08578D-5FDE-5D93-FF5F-9F076631BD9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870520" y="5052970"/>
                  <a:ext cx="15120" cy="1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13975E3B-B0F8-07C7-D8BD-497399F3BC97}"/>
                    </a:ext>
                  </a:extLst>
                </p14:cNvPr>
                <p14:cNvContentPartPr/>
                <p14:nvPr/>
              </p14:nvContentPartPr>
              <p14:xfrm>
                <a:off x="4953320" y="5059810"/>
                <a:ext cx="77400" cy="1623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13975E3B-B0F8-07C7-D8BD-497399F3BC9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947200" y="5053690"/>
                  <a:ext cx="89640" cy="174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929525DF-933C-C2F6-2666-818E0FD7CDE0}"/>
              </a:ext>
            </a:extLst>
          </p:cNvPr>
          <p:cNvGrpSpPr/>
          <p:nvPr/>
        </p:nvGrpSpPr>
        <p:grpSpPr>
          <a:xfrm>
            <a:off x="5168600" y="4990690"/>
            <a:ext cx="815400" cy="239400"/>
            <a:chOff x="5168600" y="4990690"/>
            <a:chExt cx="815400" cy="239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14D22028-5AEA-B87D-911B-500D083BC2D0}"/>
                    </a:ext>
                  </a:extLst>
                </p14:cNvPr>
                <p14:cNvContentPartPr/>
                <p14:nvPr/>
              </p14:nvContentPartPr>
              <p14:xfrm>
                <a:off x="5168600" y="5111650"/>
                <a:ext cx="126720" cy="3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14D22028-5AEA-B87D-911B-500D083BC2D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162480" y="5105530"/>
                  <a:ext cx="1389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A7EE279-06F6-82D5-FF91-B138A7AA7057}"/>
                    </a:ext>
                  </a:extLst>
                </p14:cNvPr>
                <p14:cNvContentPartPr/>
                <p14:nvPr/>
              </p14:nvContentPartPr>
              <p14:xfrm>
                <a:off x="5200280" y="5200210"/>
                <a:ext cx="127080" cy="68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A7EE279-06F6-82D5-FF91-B138A7AA705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194160" y="5194090"/>
                  <a:ext cx="13932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593EF6A-0366-1772-5876-24D053200C4D}"/>
                    </a:ext>
                  </a:extLst>
                </p14:cNvPr>
                <p14:cNvContentPartPr/>
                <p14:nvPr/>
              </p14:nvContentPartPr>
              <p14:xfrm>
                <a:off x="5401880" y="5063410"/>
                <a:ext cx="128880" cy="1558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593EF6A-0366-1772-5876-24D053200C4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395760" y="5057290"/>
                  <a:ext cx="14112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156405C-B9CF-EC8C-789B-E99799A5E59D}"/>
                    </a:ext>
                  </a:extLst>
                </p14:cNvPr>
                <p14:cNvContentPartPr/>
                <p14:nvPr/>
              </p14:nvContentPartPr>
              <p14:xfrm>
                <a:off x="5618960" y="5003650"/>
                <a:ext cx="86760" cy="2264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A156405C-B9CF-EC8C-789B-E99799A5E59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612840" y="4997530"/>
                  <a:ext cx="9900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E921197-6D7E-749A-5B34-9F1B257416B6}"/>
                    </a:ext>
                  </a:extLst>
                </p14:cNvPr>
                <p14:cNvContentPartPr/>
                <p14:nvPr/>
              </p14:nvContentPartPr>
              <p14:xfrm>
                <a:off x="5725880" y="4990690"/>
                <a:ext cx="61200" cy="2304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E921197-6D7E-749A-5B34-9F1B257416B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719760" y="4984570"/>
                  <a:ext cx="7344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E6502F5-B962-C0A2-F970-0A872866DB40}"/>
                    </a:ext>
                  </a:extLst>
                </p14:cNvPr>
                <p14:cNvContentPartPr/>
                <p14:nvPr/>
              </p14:nvContentPartPr>
              <p14:xfrm>
                <a:off x="5854040" y="5092210"/>
                <a:ext cx="129960" cy="1310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DE6502F5-B962-C0A2-F970-0A872866DB4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847920" y="5086090"/>
                  <a:ext cx="142200" cy="143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BED48728-782D-76C2-82D4-9870D7B69386}"/>
                  </a:ext>
                </a:extLst>
              </p14:cNvPr>
              <p14:cNvContentPartPr/>
              <p14:nvPr/>
            </p14:nvContentPartPr>
            <p14:xfrm>
              <a:off x="1339640" y="4428010"/>
              <a:ext cx="472680" cy="51876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BED48728-782D-76C2-82D4-9870D7B69386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333520" y="4421890"/>
                <a:ext cx="484920" cy="53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19538900-6B38-AF7E-923C-3014486EB44D}"/>
                  </a:ext>
                </a:extLst>
              </p14:cNvPr>
              <p14:cNvContentPartPr/>
              <p14:nvPr/>
            </p14:nvContentPartPr>
            <p14:xfrm>
              <a:off x="1986920" y="4107970"/>
              <a:ext cx="185040" cy="34488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19538900-6B38-AF7E-923C-3014486EB44D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980800" y="4101850"/>
                <a:ext cx="197280" cy="357120"/>
              </a:xfrm>
              <a:prstGeom prst="rect">
                <a:avLst/>
              </a:prstGeom>
            </p:spPr>
          </p:pic>
        </mc:Fallback>
      </mc:AlternateContent>
      <p:grpSp>
        <p:nvGrpSpPr>
          <p:cNvPr id="49" name="Group 48">
            <a:extLst>
              <a:ext uri="{FF2B5EF4-FFF2-40B4-BE49-F238E27FC236}">
                <a16:creationId xmlns:a16="http://schemas.microsoft.com/office/drawing/2014/main" id="{2DA61547-D84B-9B86-5D56-EB2832118A60}"/>
              </a:ext>
            </a:extLst>
          </p:cNvPr>
          <p:cNvGrpSpPr/>
          <p:nvPr/>
        </p:nvGrpSpPr>
        <p:grpSpPr>
          <a:xfrm>
            <a:off x="2156120" y="4101130"/>
            <a:ext cx="767160" cy="356040"/>
            <a:chOff x="2156120" y="4101130"/>
            <a:chExt cx="767160" cy="356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F2BEB402-6BC0-FA43-4B20-8F7E829F0C39}"/>
                    </a:ext>
                  </a:extLst>
                </p14:cNvPr>
                <p14:cNvContentPartPr/>
                <p14:nvPr/>
              </p14:nvContentPartPr>
              <p14:xfrm>
                <a:off x="2156120" y="4177450"/>
                <a:ext cx="90360" cy="1285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F2BEB402-6BC0-FA43-4B20-8F7E829F0C3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150000" y="4171330"/>
                  <a:ext cx="10260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5044EE3E-5092-6F28-B302-349A6A30D5BF}"/>
                    </a:ext>
                  </a:extLst>
                </p14:cNvPr>
                <p14:cNvContentPartPr/>
                <p14:nvPr/>
              </p14:nvContentPartPr>
              <p14:xfrm>
                <a:off x="2352680" y="4152610"/>
                <a:ext cx="47520" cy="1537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5044EE3E-5092-6F28-B302-349A6A30D5BF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346560" y="4146490"/>
                  <a:ext cx="5976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7C747E39-A909-17F0-939F-8D3CB4B8522E}"/>
                    </a:ext>
                  </a:extLst>
                </p14:cNvPr>
                <p14:cNvContentPartPr/>
                <p14:nvPr/>
              </p14:nvContentPartPr>
              <p14:xfrm>
                <a:off x="2406320" y="4165210"/>
                <a:ext cx="56520" cy="3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7C747E39-A909-17F0-939F-8D3CB4B8522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400200" y="4159090"/>
                  <a:ext cx="687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95F90B45-7B99-9D8E-9069-6F43D4AB3EF7}"/>
                    </a:ext>
                  </a:extLst>
                </p14:cNvPr>
                <p14:cNvContentPartPr/>
                <p14:nvPr/>
              </p14:nvContentPartPr>
              <p14:xfrm>
                <a:off x="2471120" y="4101850"/>
                <a:ext cx="107280" cy="2671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95F90B45-7B99-9D8E-9069-6F43D4AB3EF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465000" y="4095730"/>
                  <a:ext cx="11952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B73CBBB-DEE1-7197-AE5D-64E0FB80F030}"/>
                    </a:ext>
                  </a:extLst>
                </p14:cNvPr>
                <p14:cNvContentPartPr/>
                <p14:nvPr/>
              </p14:nvContentPartPr>
              <p14:xfrm>
                <a:off x="2603240" y="4132810"/>
                <a:ext cx="120960" cy="1918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B73CBBB-DEE1-7197-AE5D-64E0FB80F03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597120" y="4126690"/>
                  <a:ext cx="13320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6ACBA2A-2773-F646-F625-79FDCD7C4037}"/>
                    </a:ext>
                  </a:extLst>
                </p14:cNvPr>
                <p14:cNvContentPartPr/>
                <p14:nvPr/>
              </p14:nvContentPartPr>
              <p14:xfrm>
                <a:off x="2660480" y="4244050"/>
                <a:ext cx="91080" cy="43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6ACBA2A-2773-F646-F625-79FDCD7C403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654360" y="4237930"/>
                  <a:ext cx="10332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A28BD542-557B-9E29-18B3-154B5BA38DD3}"/>
                    </a:ext>
                  </a:extLst>
                </p14:cNvPr>
                <p14:cNvContentPartPr/>
                <p14:nvPr/>
              </p14:nvContentPartPr>
              <p14:xfrm>
                <a:off x="2781440" y="4101130"/>
                <a:ext cx="141840" cy="3560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A28BD542-557B-9E29-18B3-154B5BA38DD3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775320" y="4095010"/>
                  <a:ext cx="154080" cy="368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CFFFD87F-D78C-41B5-A594-8675DFA734FE}"/>
              </a:ext>
            </a:extLst>
          </p:cNvPr>
          <p:cNvGrpSpPr/>
          <p:nvPr/>
        </p:nvGrpSpPr>
        <p:grpSpPr>
          <a:xfrm>
            <a:off x="309680" y="4978090"/>
            <a:ext cx="3411720" cy="959760"/>
            <a:chOff x="309680" y="4978090"/>
            <a:chExt cx="3411720" cy="959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81C2FFB3-9FD2-DA40-0906-B3029BE54BCD}"/>
                    </a:ext>
                  </a:extLst>
                </p14:cNvPr>
                <p14:cNvContentPartPr/>
                <p14:nvPr/>
              </p14:nvContentPartPr>
              <p14:xfrm>
                <a:off x="1058840" y="5074210"/>
                <a:ext cx="2662560" cy="1713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81C2FFB3-9FD2-DA40-0906-B3029BE54BC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52720" y="5068090"/>
                  <a:ext cx="267480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D8B5A940-FFF2-D9D9-1D0E-E5E4C667DD21}"/>
                    </a:ext>
                  </a:extLst>
                </p14:cNvPr>
                <p14:cNvContentPartPr/>
                <p14:nvPr/>
              </p14:nvContentPartPr>
              <p14:xfrm>
                <a:off x="1545200" y="5035330"/>
                <a:ext cx="16920" cy="2052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D8B5A940-FFF2-D9D9-1D0E-E5E4C667DD2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539080" y="5029210"/>
                  <a:ext cx="2916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9AC8EF4-00F1-FB7F-E91C-2C6A26A927C2}"/>
                    </a:ext>
                  </a:extLst>
                </p14:cNvPr>
                <p14:cNvContentPartPr/>
                <p14:nvPr/>
              </p14:nvContentPartPr>
              <p14:xfrm>
                <a:off x="1224800" y="5055850"/>
                <a:ext cx="96840" cy="936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9AC8EF4-00F1-FB7F-E91C-2C6A26A927C2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218680" y="5049730"/>
                  <a:ext cx="10908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FC8AB5D9-1563-EA79-0960-6A82C2BF1E86}"/>
                    </a:ext>
                  </a:extLst>
                </p14:cNvPr>
                <p14:cNvContentPartPr/>
                <p14:nvPr/>
              </p14:nvContentPartPr>
              <p14:xfrm>
                <a:off x="1714400" y="5041450"/>
                <a:ext cx="106560" cy="1267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FC8AB5D9-1563-EA79-0960-6A82C2BF1E8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708280" y="5035330"/>
                  <a:ext cx="11880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E4AB9B6-53A7-D84B-9AD8-410D8751318E}"/>
                    </a:ext>
                  </a:extLst>
                </p14:cNvPr>
                <p14:cNvContentPartPr/>
                <p14:nvPr/>
              </p14:nvContentPartPr>
              <p14:xfrm>
                <a:off x="1918160" y="5047930"/>
                <a:ext cx="50400" cy="2030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E4AB9B6-53A7-D84B-9AD8-410D8751318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912040" y="5041810"/>
                  <a:ext cx="6264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9E91A12-E519-DAAF-E39C-C68D101A2E21}"/>
                    </a:ext>
                  </a:extLst>
                </p14:cNvPr>
                <p14:cNvContentPartPr/>
                <p14:nvPr/>
              </p14:nvContentPartPr>
              <p14:xfrm>
                <a:off x="2069720" y="5155930"/>
                <a:ext cx="11880" cy="3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9E91A12-E519-DAAF-E39C-C68D101A2E21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063600" y="5149810"/>
                  <a:ext cx="2412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9EF485E-D388-4ECD-7C68-E8D990B2FE63}"/>
                    </a:ext>
                  </a:extLst>
                </p14:cNvPr>
                <p14:cNvContentPartPr/>
                <p14:nvPr/>
              </p14:nvContentPartPr>
              <p14:xfrm>
                <a:off x="2234960" y="5143330"/>
                <a:ext cx="360" cy="3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9EF485E-D388-4ECD-7C68-E8D990B2FE6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228840" y="513721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1B14BD2-73F3-0C12-ED85-0152719B6882}"/>
                    </a:ext>
                  </a:extLst>
                </p14:cNvPr>
                <p14:cNvContentPartPr/>
                <p14:nvPr/>
              </p14:nvContentPartPr>
              <p14:xfrm>
                <a:off x="2381120" y="5149450"/>
                <a:ext cx="360" cy="3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1B14BD2-73F3-0C12-ED85-0152719B688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375000" y="514333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AA729D9-1E2D-8F54-3B4A-45A553258467}"/>
                    </a:ext>
                  </a:extLst>
                </p14:cNvPr>
                <p14:cNvContentPartPr/>
                <p14:nvPr/>
              </p14:nvContentPartPr>
              <p14:xfrm>
                <a:off x="3340520" y="5003650"/>
                <a:ext cx="106200" cy="2210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AA729D9-1E2D-8F54-3B4A-45A553258467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334400" y="4997530"/>
                  <a:ext cx="11844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BC46AF6-4547-344A-1DF3-40EB3FAAA92A}"/>
                    </a:ext>
                  </a:extLst>
                </p14:cNvPr>
                <p14:cNvContentPartPr/>
                <p14:nvPr/>
              </p14:nvContentPartPr>
              <p14:xfrm>
                <a:off x="3244400" y="4978090"/>
                <a:ext cx="360" cy="2854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BC46AF6-4547-344A-1DF3-40EB3FAAA92A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238280" y="4971970"/>
                  <a:ext cx="1260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3CAA27D-2CFB-3CB2-7AD0-4D68E26EEBB0}"/>
                    </a:ext>
                  </a:extLst>
                </p14:cNvPr>
                <p14:cNvContentPartPr/>
                <p14:nvPr/>
              </p14:nvContentPartPr>
              <p14:xfrm>
                <a:off x="309680" y="5024890"/>
                <a:ext cx="114480" cy="1144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3CAA27D-2CFB-3CB2-7AD0-4D68E26EEBB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03560" y="5018770"/>
                  <a:ext cx="12672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80DC33C-EC78-20AF-1ADC-E739128E54DE}"/>
                    </a:ext>
                  </a:extLst>
                </p14:cNvPr>
                <p14:cNvContentPartPr/>
                <p14:nvPr/>
              </p14:nvContentPartPr>
              <p14:xfrm>
                <a:off x="470960" y="5047930"/>
                <a:ext cx="88200" cy="1072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80DC33C-EC78-20AF-1ADC-E739128E54DE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64840" y="5041810"/>
                  <a:ext cx="10044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035C841-F868-651C-23CA-D06DC13EA65E}"/>
                    </a:ext>
                  </a:extLst>
                </p14:cNvPr>
                <p14:cNvContentPartPr/>
                <p14:nvPr/>
              </p14:nvContentPartPr>
              <p14:xfrm>
                <a:off x="625400" y="5016970"/>
                <a:ext cx="125640" cy="1285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035C841-F868-651C-23CA-D06DC13EA65E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19280" y="5010850"/>
                  <a:ext cx="13788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DE90EA1-13BF-D8C4-853B-903351185D53}"/>
                    </a:ext>
                  </a:extLst>
                </p14:cNvPr>
                <p14:cNvContentPartPr/>
                <p14:nvPr/>
              </p14:nvContentPartPr>
              <p14:xfrm>
                <a:off x="774440" y="5060530"/>
                <a:ext cx="111240" cy="72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DE90EA1-13BF-D8C4-853B-903351185D53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68320" y="5054410"/>
                  <a:ext cx="12348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A3FADD6-2EC3-904F-E8A3-972F97F87D06}"/>
                    </a:ext>
                  </a:extLst>
                </p14:cNvPr>
                <p14:cNvContentPartPr/>
                <p14:nvPr/>
              </p14:nvContentPartPr>
              <p14:xfrm>
                <a:off x="774440" y="5136850"/>
                <a:ext cx="101160" cy="3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A3FADD6-2EC3-904F-E8A3-972F97F87D06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68320" y="5130730"/>
                  <a:ext cx="1134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929324B0-03D5-FA7A-73B7-9EEA356AA627}"/>
                    </a:ext>
                  </a:extLst>
                </p14:cNvPr>
                <p14:cNvContentPartPr/>
                <p14:nvPr/>
              </p14:nvContentPartPr>
              <p14:xfrm>
                <a:off x="1237760" y="5358970"/>
                <a:ext cx="38520" cy="2725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929324B0-03D5-FA7A-73B7-9EEA356AA62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231640" y="5352850"/>
                  <a:ext cx="5076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7C9D126B-083C-01F8-6AC9-76456634CF09}"/>
                    </a:ext>
                  </a:extLst>
                </p14:cNvPr>
                <p14:cNvContentPartPr/>
                <p14:nvPr/>
              </p14:nvContentPartPr>
              <p14:xfrm>
                <a:off x="1179080" y="5325490"/>
                <a:ext cx="177480" cy="1126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7C9D126B-083C-01F8-6AC9-76456634CF09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172960" y="5319370"/>
                  <a:ext cx="18972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0CCBA0A6-3313-7921-1C92-CA7C6B38A503}"/>
                    </a:ext>
                  </a:extLst>
                </p14:cNvPr>
                <p14:cNvContentPartPr/>
                <p14:nvPr/>
              </p14:nvContentPartPr>
              <p14:xfrm>
                <a:off x="937520" y="5596570"/>
                <a:ext cx="136440" cy="3085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0CCBA0A6-3313-7921-1C92-CA7C6B38A50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31400" y="5590450"/>
                  <a:ext cx="14868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CD3CE873-8C4E-7E8E-78D0-035C09181075}"/>
                    </a:ext>
                  </a:extLst>
                </p14:cNvPr>
                <p14:cNvContentPartPr/>
                <p14:nvPr/>
              </p14:nvContentPartPr>
              <p14:xfrm>
                <a:off x="1124720" y="5746330"/>
                <a:ext cx="105120" cy="1098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CD3CE873-8C4E-7E8E-78D0-035C09181075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118600" y="5740210"/>
                  <a:ext cx="11736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1F3BC5D4-641F-B110-491C-421F3FDAB440}"/>
                    </a:ext>
                  </a:extLst>
                </p14:cNvPr>
                <p14:cNvContentPartPr/>
                <p14:nvPr/>
              </p14:nvContentPartPr>
              <p14:xfrm>
                <a:off x="1269800" y="5784490"/>
                <a:ext cx="92880" cy="1292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1F3BC5D4-641F-B110-491C-421F3FDAB440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263680" y="5778370"/>
                  <a:ext cx="10512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33C2BC39-6790-DFB2-B2D4-508609687702}"/>
                    </a:ext>
                  </a:extLst>
                </p14:cNvPr>
                <p14:cNvContentPartPr/>
                <p14:nvPr/>
              </p14:nvContentPartPr>
              <p14:xfrm>
                <a:off x="1467440" y="5708530"/>
                <a:ext cx="82080" cy="1868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33C2BC39-6790-DFB2-B2D4-508609687702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461320" y="5702410"/>
                  <a:ext cx="9432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D9640135-1D43-4A45-6C91-F61EE42E04E9}"/>
                    </a:ext>
                  </a:extLst>
                </p14:cNvPr>
                <p14:cNvContentPartPr/>
                <p14:nvPr/>
              </p14:nvContentPartPr>
              <p14:xfrm>
                <a:off x="1498400" y="5848210"/>
                <a:ext cx="15120" cy="417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D9640135-1D43-4A45-6C91-F61EE42E04E9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492280" y="5842090"/>
                  <a:ext cx="2736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385606AE-E98A-4A4F-0F0A-14C7C2704FD5}"/>
                    </a:ext>
                  </a:extLst>
                </p14:cNvPr>
                <p14:cNvContentPartPr/>
                <p14:nvPr/>
              </p14:nvContentPartPr>
              <p14:xfrm>
                <a:off x="1593440" y="5789530"/>
                <a:ext cx="84600" cy="1098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385606AE-E98A-4A4F-0F0A-14C7C2704FD5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587320" y="5783410"/>
                  <a:ext cx="9684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67B1943D-1B9E-0B21-355F-9A80B4F44828}"/>
                    </a:ext>
                  </a:extLst>
                </p14:cNvPr>
                <p14:cNvContentPartPr/>
                <p14:nvPr/>
              </p14:nvContentPartPr>
              <p14:xfrm>
                <a:off x="1727720" y="5740210"/>
                <a:ext cx="55800" cy="1976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67B1943D-1B9E-0B21-355F-9A80B4F44828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721600" y="5734090"/>
                  <a:ext cx="6804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C2AB2ED7-AA6D-DDF0-074B-75FC745EC2B7}"/>
                    </a:ext>
                  </a:extLst>
                </p14:cNvPr>
                <p14:cNvContentPartPr/>
                <p14:nvPr/>
              </p14:nvContentPartPr>
              <p14:xfrm>
                <a:off x="1739600" y="5848210"/>
                <a:ext cx="82440" cy="3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C2AB2ED7-AA6D-DDF0-074B-75FC745EC2B7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733480" y="5842090"/>
                  <a:ext cx="9468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FCA8BB5D-241F-4D60-70BC-F33C75B9E249}"/>
                    </a:ext>
                  </a:extLst>
                </p14:cNvPr>
                <p14:cNvContentPartPr/>
                <p14:nvPr/>
              </p14:nvContentPartPr>
              <p14:xfrm>
                <a:off x="1688120" y="5828770"/>
                <a:ext cx="77040" cy="183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FCA8BB5D-241F-4D60-70BC-F33C75B9E249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682000" y="5822650"/>
                  <a:ext cx="8928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02F9A8C1-D9C6-1D17-4083-1472A259D78D}"/>
                    </a:ext>
                  </a:extLst>
                </p14:cNvPr>
                <p14:cNvContentPartPr/>
                <p14:nvPr/>
              </p14:nvContentPartPr>
              <p14:xfrm>
                <a:off x="1688840" y="5853970"/>
                <a:ext cx="69480" cy="72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02F9A8C1-D9C6-1D17-4083-1472A259D78D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682720" y="5847850"/>
                  <a:ext cx="81720" cy="19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24CE3B5E-CB13-E532-EE52-A80AA63E5E48}"/>
                  </a:ext>
                </a:extLst>
              </p14:cNvPr>
              <p14:cNvContentPartPr/>
              <p14:nvPr/>
            </p14:nvContentPartPr>
            <p14:xfrm>
              <a:off x="3009680" y="4247290"/>
              <a:ext cx="427680" cy="79200"/>
            </p14:xfrm>
          </p:contentPart>
        </mc:Choice>
        <mc:Fallback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24CE3B5E-CB13-E532-EE52-A80AA63E5E48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3003560" y="4241170"/>
                <a:ext cx="439920" cy="91440"/>
              </a:xfrm>
              <a:prstGeom prst="rect">
                <a:avLst/>
              </a:prstGeom>
            </p:spPr>
          </p:pic>
        </mc:Fallback>
      </mc:AlternateContent>
      <p:grpSp>
        <p:nvGrpSpPr>
          <p:cNvPr id="91" name="Group 90">
            <a:extLst>
              <a:ext uri="{FF2B5EF4-FFF2-40B4-BE49-F238E27FC236}">
                <a16:creationId xmlns:a16="http://schemas.microsoft.com/office/drawing/2014/main" id="{1B6DA942-E4FB-9172-97FD-DC6A51D7B020}"/>
              </a:ext>
            </a:extLst>
          </p:cNvPr>
          <p:cNvGrpSpPr/>
          <p:nvPr/>
        </p:nvGrpSpPr>
        <p:grpSpPr>
          <a:xfrm>
            <a:off x="3624560" y="4076290"/>
            <a:ext cx="1342440" cy="425880"/>
            <a:chOff x="3624560" y="4076290"/>
            <a:chExt cx="1342440" cy="425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E90E0049-BF31-EB21-D20E-9C5B0B290471}"/>
                    </a:ext>
                  </a:extLst>
                </p14:cNvPr>
                <p14:cNvContentPartPr/>
                <p14:nvPr/>
              </p14:nvContentPartPr>
              <p14:xfrm>
                <a:off x="3624560" y="4079890"/>
                <a:ext cx="217440" cy="33624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E90E0049-BF31-EB21-D20E-9C5B0B290471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618440" y="4073770"/>
                  <a:ext cx="229680" cy="34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19B9DBAE-1F1B-9805-4B4F-58881AB747E1}"/>
                    </a:ext>
                  </a:extLst>
                </p14:cNvPr>
                <p14:cNvContentPartPr/>
                <p14:nvPr/>
              </p14:nvContentPartPr>
              <p14:xfrm>
                <a:off x="3945680" y="4184290"/>
                <a:ext cx="55440" cy="23724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19B9DBAE-1F1B-9805-4B4F-58881AB747E1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939560" y="4178170"/>
                  <a:ext cx="6768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1BB96B2B-F222-C030-EA19-58E6C57F9D60}"/>
                    </a:ext>
                  </a:extLst>
                </p14:cNvPr>
                <p14:cNvContentPartPr/>
                <p14:nvPr/>
              </p14:nvContentPartPr>
              <p14:xfrm>
                <a:off x="4101920" y="4148650"/>
                <a:ext cx="61920" cy="35352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1BB96B2B-F222-C030-EA19-58E6C57F9D60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095800" y="4142530"/>
                  <a:ext cx="74160" cy="36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1F12884C-8C27-AA0B-987E-DDAC2E78DA51}"/>
                    </a:ext>
                  </a:extLst>
                </p14:cNvPr>
                <p14:cNvContentPartPr/>
                <p14:nvPr/>
              </p14:nvContentPartPr>
              <p14:xfrm>
                <a:off x="4313600" y="4101850"/>
                <a:ext cx="125280" cy="32976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1F12884C-8C27-AA0B-987E-DDAC2E78DA51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307480" y="4095730"/>
                  <a:ext cx="137520" cy="34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8B8EA5FD-9F91-8F5A-28E8-936106AEB978}"/>
                    </a:ext>
                  </a:extLst>
                </p14:cNvPr>
                <p14:cNvContentPartPr/>
                <p14:nvPr/>
              </p14:nvContentPartPr>
              <p14:xfrm>
                <a:off x="4504040" y="4133530"/>
                <a:ext cx="61920" cy="24948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8B8EA5FD-9F91-8F5A-28E8-936106AEB978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497920" y="4127410"/>
                  <a:ext cx="7416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0715BFD4-DF9D-89CA-411D-EA105AF5EE8A}"/>
                    </a:ext>
                  </a:extLst>
                </p14:cNvPr>
                <p14:cNvContentPartPr/>
                <p14:nvPr/>
              </p14:nvContentPartPr>
              <p14:xfrm>
                <a:off x="4509080" y="4127050"/>
                <a:ext cx="175680" cy="32508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0715BFD4-DF9D-89CA-411D-EA105AF5EE8A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502960" y="4120930"/>
                  <a:ext cx="187920" cy="33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B6C3BC01-BA88-8A45-DA2A-07F4BA1CF91B}"/>
                    </a:ext>
                  </a:extLst>
                </p14:cNvPr>
                <p14:cNvContentPartPr/>
                <p14:nvPr/>
              </p14:nvContentPartPr>
              <p14:xfrm>
                <a:off x="4765400" y="4076290"/>
                <a:ext cx="201600" cy="36108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B6C3BC01-BA88-8A45-DA2A-07F4BA1CF91B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759280" y="4070170"/>
                  <a:ext cx="213840" cy="37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B2158EE8-91B0-FCAA-BAB7-47F9B416C756}"/>
                    </a:ext>
                  </a:extLst>
                </p14:cNvPr>
                <p14:cNvContentPartPr/>
                <p14:nvPr/>
              </p14:nvContentPartPr>
              <p14:xfrm>
                <a:off x="4070240" y="4143610"/>
                <a:ext cx="108720" cy="26244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B2158EE8-91B0-FCAA-BAB7-47F9B416C756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064120" y="4137490"/>
                  <a:ext cx="12096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4BE6CCDC-F093-FCC0-7B09-69D20932EEB4}"/>
                    </a:ext>
                  </a:extLst>
                </p14:cNvPr>
                <p14:cNvContentPartPr/>
                <p14:nvPr/>
              </p14:nvContentPartPr>
              <p14:xfrm>
                <a:off x="4019120" y="4393810"/>
                <a:ext cx="253800" cy="957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4BE6CCDC-F093-FCC0-7B09-69D20932EEB4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013000" y="4387690"/>
                  <a:ext cx="266040" cy="10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2E802D3D-3566-8C9E-8710-ADC55DFDC24D}"/>
                  </a:ext>
                </a:extLst>
              </p14:cNvPr>
              <p14:cNvContentPartPr/>
              <p14:nvPr/>
            </p14:nvContentPartPr>
            <p14:xfrm>
              <a:off x="2806280" y="3250810"/>
              <a:ext cx="1968480" cy="25560"/>
            </p14:xfrm>
          </p:contentPart>
        </mc:Choice>
        <mc:Fallback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2E802D3D-3566-8C9E-8710-ADC55DFDC24D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2800160" y="3244690"/>
                <a:ext cx="1980720" cy="37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От хэша к индексу (бакеты)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Есть массив фиксированного размера (например, 8 ячеек)</a:t>
            </a:r>
          </a:p>
          <a:p>
            <a:pPr>
              <a:defRPr sz="1800"/>
            </a:pPr>
            <a:r>
              <a:t>Формула: index = hash(key) % size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Пример: size = 10, hash = 153 → index = 3</a:t>
            </a:r>
          </a:p>
          <a:p>
            <a:pPr>
              <a:defRPr sz="1800"/>
            </a:pPr>
            <a:r>
              <a:t>Ключи отображаются в ячейки массива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EA3D38C-76B5-E2FC-8770-4F794EFC59CE}"/>
                  </a:ext>
                </a:extLst>
              </p14:cNvPr>
              <p14:cNvContentPartPr/>
              <p14:nvPr/>
            </p14:nvContentPartPr>
            <p14:xfrm>
              <a:off x="1904480" y="2247490"/>
              <a:ext cx="2114280" cy="1591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EA3D38C-76B5-E2FC-8770-4F794EFC59C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98360" y="2241370"/>
                <a:ext cx="2126520" cy="17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EA53F127-689D-B1D5-D2E4-C749720E933C}"/>
                  </a:ext>
                </a:extLst>
              </p14:cNvPr>
              <p14:cNvContentPartPr/>
              <p14:nvPr/>
            </p14:nvContentPartPr>
            <p14:xfrm>
              <a:off x="1949120" y="2260450"/>
              <a:ext cx="360" cy="3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EA53F127-689D-B1D5-D2E4-C749720E933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43000" y="225433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74D21560-98BD-6B4E-FFFA-1D54B0369CEE}"/>
                  </a:ext>
                </a:extLst>
              </p14:cNvPr>
              <p14:cNvContentPartPr/>
              <p14:nvPr/>
            </p14:nvContentPartPr>
            <p14:xfrm>
              <a:off x="1949120" y="2266570"/>
              <a:ext cx="360" cy="3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74D21560-98BD-6B4E-FFFA-1D54B0369CE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43000" y="226045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53D494BE-D511-97BE-4498-0C152D222B17}"/>
                  </a:ext>
                </a:extLst>
              </p14:cNvPr>
              <p14:cNvContentPartPr/>
              <p14:nvPr/>
            </p14:nvContentPartPr>
            <p14:xfrm>
              <a:off x="1852640" y="1953730"/>
              <a:ext cx="2296080" cy="4125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53D494BE-D511-97BE-4498-0C152D222B1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846520" y="1947610"/>
                <a:ext cx="2308320" cy="42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4E708C2-3EE4-D09D-6155-182E04A41A67}"/>
                  </a:ext>
                </a:extLst>
              </p14:cNvPr>
              <p14:cNvContentPartPr/>
              <p14:nvPr/>
            </p14:nvContentPartPr>
            <p14:xfrm>
              <a:off x="2615840" y="2241010"/>
              <a:ext cx="875520" cy="1368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4E708C2-3EE4-D09D-6155-182E04A41A6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609720" y="2234890"/>
                <a:ext cx="887760" cy="2592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AB31A8BB-8571-0CA7-4492-AA3F2962098A}"/>
              </a:ext>
            </a:extLst>
          </p:cNvPr>
          <p:cNvGrpSpPr/>
          <p:nvPr/>
        </p:nvGrpSpPr>
        <p:grpSpPr>
          <a:xfrm>
            <a:off x="1104200" y="3828610"/>
            <a:ext cx="781200" cy="258840"/>
            <a:chOff x="1104200" y="3828610"/>
            <a:chExt cx="781200" cy="258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9439FFE-4BC9-70A2-9332-E9B269853765}"/>
                    </a:ext>
                  </a:extLst>
                </p14:cNvPr>
                <p14:cNvContentPartPr/>
                <p14:nvPr/>
              </p14:nvContentPartPr>
              <p14:xfrm>
                <a:off x="1104200" y="3881890"/>
                <a:ext cx="198000" cy="1684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9439FFE-4BC9-70A2-9332-E9B269853765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098080" y="3875770"/>
                  <a:ext cx="21024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DD08BDA-07A1-DA1B-BF10-0EC46CA22AC5}"/>
                    </a:ext>
                  </a:extLst>
                </p14:cNvPr>
                <p14:cNvContentPartPr/>
                <p14:nvPr/>
              </p14:nvContentPartPr>
              <p14:xfrm>
                <a:off x="1409480" y="3873250"/>
                <a:ext cx="151920" cy="201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DD08BDA-07A1-DA1B-BF10-0EC46CA22AC5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403360" y="3867130"/>
                  <a:ext cx="16416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78DC593-1645-C389-FDFF-EACBDF30973D}"/>
                    </a:ext>
                  </a:extLst>
                </p14:cNvPr>
                <p14:cNvContentPartPr/>
                <p14:nvPr/>
              </p14:nvContentPartPr>
              <p14:xfrm>
                <a:off x="1409480" y="3936610"/>
                <a:ext cx="228600" cy="460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78DC593-1645-C389-FDFF-EACBDF30973D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403360" y="3930490"/>
                  <a:ext cx="24084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D6A739BE-AF9B-E964-BDC5-FE19A5140610}"/>
                    </a:ext>
                  </a:extLst>
                </p14:cNvPr>
                <p14:cNvContentPartPr/>
                <p14:nvPr/>
              </p14:nvContentPartPr>
              <p14:xfrm>
                <a:off x="1703240" y="3828610"/>
                <a:ext cx="82080" cy="2588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D6A739BE-AF9B-E964-BDC5-FE19A5140610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697120" y="3822490"/>
                  <a:ext cx="9432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BDD189C-AF05-DF9C-8051-843781FCA178}"/>
                    </a:ext>
                  </a:extLst>
                </p14:cNvPr>
                <p14:cNvContentPartPr/>
                <p14:nvPr/>
              </p14:nvContentPartPr>
              <p14:xfrm>
                <a:off x="1764800" y="3828610"/>
                <a:ext cx="120600" cy="388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BDD189C-AF05-DF9C-8051-843781FCA178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758680" y="3822490"/>
                  <a:ext cx="132840" cy="5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E4AE7EA-A274-D552-E954-DFC1E594B9A4}"/>
              </a:ext>
            </a:extLst>
          </p:cNvPr>
          <p:cNvGrpSpPr/>
          <p:nvPr/>
        </p:nvGrpSpPr>
        <p:grpSpPr>
          <a:xfrm>
            <a:off x="1373840" y="4609810"/>
            <a:ext cx="1381320" cy="376200"/>
            <a:chOff x="1373840" y="4609810"/>
            <a:chExt cx="1381320" cy="376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3B7F292C-C841-7C54-A1BA-BA2061ED963B}"/>
                    </a:ext>
                  </a:extLst>
                </p14:cNvPr>
                <p14:cNvContentPartPr/>
                <p14:nvPr/>
              </p14:nvContentPartPr>
              <p14:xfrm>
                <a:off x="1373840" y="4659130"/>
                <a:ext cx="131040" cy="1670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3B7F292C-C841-7C54-A1BA-BA2061ED963B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367720" y="4653010"/>
                  <a:ext cx="14328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FCC44908-2A1D-50E0-96A6-8C1FD9C62C59}"/>
                    </a:ext>
                  </a:extLst>
                </p14:cNvPr>
                <p14:cNvContentPartPr/>
                <p14:nvPr/>
              </p14:nvContentPartPr>
              <p14:xfrm>
                <a:off x="1549160" y="4650130"/>
                <a:ext cx="78120" cy="1879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FCC44908-2A1D-50E0-96A6-8C1FD9C62C59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543040" y="4644010"/>
                  <a:ext cx="9036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8B62E2EF-5DAB-F804-F70A-2F4A3D42EE41}"/>
                    </a:ext>
                  </a:extLst>
                </p14:cNvPr>
                <p14:cNvContentPartPr/>
                <p14:nvPr/>
              </p14:nvContentPartPr>
              <p14:xfrm>
                <a:off x="1703240" y="4609810"/>
                <a:ext cx="90720" cy="2563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8B62E2EF-5DAB-F804-F70A-2F4A3D42EE41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697120" y="4603690"/>
                  <a:ext cx="10296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9499777-D4F1-B38E-8893-9299726FDB44}"/>
                    </a:ext>
                  </a:extLst>
                </p14:cNvPr>
                <p14:cNvContentPartPr/>
                <p14:nvPr/>
              </p14:nvContentPartPr>
              <p14:xfrm>
                <a:off x="1727000" y="4749490"/>
                <a:ext cx="101160" cy="133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9499777-D4F1-B38E-8893-9299726FDB44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720880" y="4743370"/>
                  <a:ext cx="11340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805A3021-B5F0-BB9A-6CAC-E289C08F8CC5}"/>
                    </a:ext>
                  </a:extLst>
                </p14:cNvPr>
                <p14:cNvContentPartPr/>
                <p14:nvPr/>
              </p14:nvContentPartPr>
              <p14:xfrm>
                <a:off x="1828160" y="4736530"/>
                <a:ext cx="63720" cy="1335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805A3021-B5F0-BB9A-6CAC-E289C08F8CC5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822040" y="4730410"/>
                  <a:ext cx="7596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488D449-398E-2C71-C891-DA01913671E6}"/>
                    </a:ext>
                  </a:extLst>
                </p14:cNvPr>
                <p14:cNvContentPartPr/>
                <p14:nvPr/>
              </p14:nvContentPartPr>
              <p14:xfrm>
                <a:off x="1938680" y="4768570"/>
                <a:ext cx="162720" cy="1260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488D449-398E-2C71-C891-DA01913671E6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932560" y="4762450"/>
                  <a:ext cx="17496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8D63DA2-125C-C813-97CE-AAD3655ADE2D}"/>
                    </a:ext>
                  </a:extLst>
                </p14:cNvPr>
                <p14:cNvContentPartPr/>
                <p14:nvPr/>
              </p14:nvContentPartPr>
              <p14:xfrm>
                <a:off x="2131640" y="4762090"/>
                <a:ext cx="116280" cy="1425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8D63DA2-125C-C813-97CE-AAD3655ADE2D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125520" y="4755970"/>
                  <a:ext cx="12852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D58E78F4-2DDA-C753-14A4-6DA5B94D8700}"/>
                    </a:ext>
                  </a:extLst>
                </p14:cNvPr>
                <p14:cNvContentPartPr/>
                <p14:nvPr/>
              </p14:nvContentPartPr>
              <p14:xfrm>
                <a:off x="2557160" y="4732570"/>
                <a:ext cx="198000" cy="2534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D58E78F4-2DDA-C753-14A4-6DA5B94D8700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2551040" y="4726450"/>
                  <a:ext cx="210240" cy="265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765DC38A-7495-9E73-4AF3-DB88AB68B916}"/>
                  </a:ext>
                </a:extLst>
              </p14:cNvPr>
              <p14:cNvContentPartPr/>
              <p14:nvPr/>
            </p14:nvContentPartPr>
            <p14:xfrm>
              <a:off x="4507640" y="3943090"/>
              <a:ext cx="20520" cy="1440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765DC38A-7495-9E73-4AF3-DB88AB68B916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4501520" y="3936970"/>
                <a:ext cx="32760" cy="26640"/>
              </a:xfrm>
              <a:prstGeom prst="rect">
                <a:avLst/>
              </a:prstGeom>
            </p:spPr>
          </p:pic>
        </mc:Fallback>
      </mc:AlternateContent>
      <p:grpSp>
        <p:nvGrpSpPr>
          <p:cNvPr id="45" name="Group 44">
            <a:extLst>
              <a:ext uri="{FF2B5EF4-FFF2-40B4-BE49-F238E27FC236}">
                <a16:creationId xmlns:a16="http://schemas.microsoft.com/office/drawing/2014/main" id="{CC947792-772A-DE35-2173-ECFAA1D439B3}"/>
              </a:ext>
            </a:extLst>
          </p:cNvPr>
          <p:cNvGrpSpPr/>
          <p:nvPr/>
        </p:nvGrpSpPr>
        <p:grpSpPr>
          <a:xfrm>
            <a:off x="3941360" y="3663730"/>
            <a:ext cx="1750680" cy="379080"/>
            <a:chOff x="3941360" y="3663730"/>
            <a:chExt cx="1750680" cy="379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96386CE-434D-04D5-5B84-9119E7E82E67}"/>
                    </a:ext>
                  </a:extLst>
                </p14:cNvPr>
                <p14:cNvContentPartPr/>
                <p14:nvPr/>
              </p14:nvContentPartPr>
              <p14:xfrm>
                <a:off x="3941360" y="3754090"/>
                <a:ext cx="131040" cy="1602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96386CE-434D-04D5-5B84-9119E7E82E67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935240" y="3747970"/>
                  <a:ext cx="14328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6FEDADF-4640-0DB2-6725-5B5549B64A7F}"/>
                    </a:ext>
                  </a:extLst>
                </p14:cNvPr>
                <p14:cNvContentPartPr/>
                <p14:nvPr/>
              </p14:nvContentPartPr>
              <p14:xfrm>
                <a:off x="4152680" y="3692890"/>
                <a:ext cx="102600" cy="2844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6FEDADF-4640-0DB2-6725-5B5549B64A7F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146560" y="3686770"/>
                  <a:ext cx="114840" cy="2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10E304E-5F4C-E1A8-862D-3D4411EEAA04}"/>
                    </a:ext>
                  </a:extLst>
                </p14:cNvPr>
                <p14:cNvContentPartPr/>
                <p14:nvPr/>
              </p14:nvContentPartPr>
              <p14:xfrm>
                <a:off x="4234760" y="3784330"/>
                <a:ext cx="172440" cy="2584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10E304E-5F4C-E1A8-862D-3D4411EEAA04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4228640" y="3778210"/>
                  <a:ext cx="18468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7CE7758C-346E-33BC-FAB4-C5DFB165FE30}"/>
                    </a:ext>
                  </a:extLst>
                </p14:cNvPr>
                <p14:cNvContentPartPr/>
                <p14:nvPr/>
              </p14:nvContentPartPr>
              <p14:xfrm>
                <a:off x="4436000" y="3669850"/>
                <a:ext cx="2880" cy="14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7CE7758C-346E-33BC-FAB4-C5DFB165FE30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4429880" y="3663730"/>
                  <a:ext cx="15120" cy="1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456C7606-B190-3429-8549-A98656CBE7B1}"/>
                    </a:ext>
                  </a:extLst>
                </p14:cNvPr>
                <p14:cNvContentPartPr/>
                <p14:nvPr/>
              </p14:nvContentPartPr>
              <p14:xfrm>
                <a:off x="4514480" y="3949570"/>
                <a:ext cx="360" cy="3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456C7606-B190-3429-8549-A98656CBE7B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508360" y="394345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F06A4D8-877E-64BF-8625-5ED2F25E833F}"/>
                    </a:ext>
                  </a:extLst>
                </p14:cNvPr>
                <p14:cNvContentPartPr/>
                <p14:nvPr/>
              </p14:nvContentPartPr>
              <p14:xfrm>
                <a:off x="4697720" y="3783610"/>
                <a:ext cx="174600" cy="1558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CF06A4D8-877E-64BF-8625-5ED2F25E833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691600" y="3777490"/>
                  <a:ext cx="18684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19DFF54-0567-CB7A-5C15-C5879171EA50}"/>
                    </a:ext>
                  </a:extLst>
                </p14:cNvPr>
                <p14:cNvContentPartPr/>
                <p14:nvPr/>
              </p14:nvContentPartPr>
              <p14:xfrm>
                <a:off x="4444640" y="3663730"/>
                <a:ext cx="360" cy="3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19DFF54-0567-CB7A-5C15-C5879171EA5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438520" y="365761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1185AF5-A6CD-B229-2926-26BE7B6E1A31}"/>
                    </a:ext>
                  </a:extLst>
                </p14:cNvPr>
                <p14:cNvContentPartPr/>
                <p14:nvPr/>
              </p14:nvContentPartPr>
              <p14:xfrm>
                <a:off x="5149520" y="3777130"/>
                <a:ext cx="146880" cy="255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1185AF5-A6CD-B229-2926-26BE7B6E1A31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5143400" y="3771010"/>
                  <a:ext cx="15912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DC957642-DE49-FB7C-17BF-FD7747277813}"/>
                    </a:ext>
                  </a:extLst>
                </p14:cNvPr>
                <p14:cNvContentPartPr/>
                <p14:nvPr/>
              </p14:nvContentPartPr>
              <p14:xfrm>
                <a:off x="5124320" y="3930130"/>
                <a:ext cx="139320" cy="3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DC957642-DE49-FB7C-17BF-FD7747277813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5118200" y="3924010"/>
                  <a:ext cx="1515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38A0CE82-0BD7-280D-8582-C3A8B7C9AB90}"/>
                    </a:ext>
                  </a:extLst>
                </p14:cNvPr>
                <p14:cNvContentPartPr/>
                <p14:nvPr/>
              </p14:nvContentPartPr>
              <p14:xfrm>
                <a:off x="5587640" y="3688210"/>
                <a:ext cx="104400" cy="3315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38A0CE82-0BD7-280D-8582-C3A8B7C9AB90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5581520" y="3682090"/>
                  <a:ext cx="116640" cy="343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C1E1F239-F794-5862-0A64-116BB9522064}"/>
              </a:ext>
            </a:extLst>
          </p:cNvPr>
          <p:cNvGrpSpPr/>
          <p:nvPr/>
        </p:nvGrpSpPr>
        <p:grpSpPr>
          <a:xfrm>
            <a:off x="3932000" y="4209490"/>
            <a:ext cx="1434960" cy="339480"/>
            <a:chOff x="3932000" y="4209490"/>
            <a:chExt cx="1434960" cy="339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7746EE9E-08FD-D28E-E635-29A2D957040F}"/>
                    </a:ext>
                  </a:extLst>
                </p14:cNvPr>
                <p14:cNvContentPartPr/>
                <p14:nvPr/>
              </p14:nvContentPartPr>
              <p14:xfrm>
                <a:off x="3932000" y="4209490"/>
                <a:ext cx="94320" cy="2412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7746EE9E-08FD-D28E-E635-29A2D957040F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3925880" y="4203370"/>
                  <a:ext cx="10656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6B7BB41-227E-A184-EAB3-8619D979A98D}"/>
                    </a:ext>
                  </a:extLst>
                </p14:cNvPr>
                <p14:cNvContentPartPr/>
                <p14:nvPr/>
              </p14:nvContentPartPr>
              <p14:xfrm>
                <a:off x="4165280" y="4313890"/>
                <a:ext cx="108720" cy="1072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6B7BB41-227E-A184-EAB3-8619D979A98D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4159160" y="4307770"/>
                  <a:ext cx="12096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AB172D7F-A185-72CD-C978-958483896FD6}"/>
                    </a:ext>
                  </a:extLst>
                </p14:cNvPr>
                <p14:cNvContentPartPr/>
                <p14:nvPr/>
              </p14:nvContentPartPr>
              <p14:xfrm>
                <a:off x="4380560" y="4298770"/>
                <a:ext cx="45360" cy="1965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AB172D7F-A185-72CD-C978-958483896FD6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4374440" y="4292650"/>
                  <a:ext cx="5760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DD8F8F26-CE2B-B8A5-E78C-9AAA441959A9}"/>
                    </a:ext>
                  </a:extLst>
                </p14:cNvPr>
                <p14:cNvContentPartPr/>
                <p14:nvPr/>
              </p14:nvContentPartPr>
              <p14:xfrm>
                <a:off x="4533560" y="4267090"/>
                <a:ext cx="94320" cy="2610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DD8F8F26-CE2B-B8A5-E78C-9AAA441959A9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4527440" y="4260970"/>
                  <a:ext cx="10656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C7D6BF2A-0A4A-4A3F-77F6-9E104323EF73}"/>
                    </a:ext>
                  </a:extLst>
                </p14:cNvPr>
                <p14:cNvContentPartPr/>
                <p14:nvPr/>
              </p14:nvContentPartPr>
              <p14:xfrm>
                <a:off x="4806440" y="4308130"/>
                <a:ext cx="64080" cy="2394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C7D6BF2A-0A4A-4A3F-77F6-9E104323EF73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4800320" y="4302010"/>
                  <a:ext cx="7632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A1BFB46A-F1FC-A01C-D69A-C2D36FE35A74}"/>
                    </a:ext>
                  </a:extLst>
                </p14:cNvPr>
                <p14:cNvContentPartPr/>
                <p14:nvPr/>
              </p14:nvContentPartPr>
              <p14:xfrm>
                <a:off x="4933520" y="4377970"/>
                <a:ext cx="57960" cy="1047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A1BFB46A-F1FC-A01C-D69A-C2D36FE35A74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4927400" y="4371850"/>
                  <a:ext cx="7020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27576504-4809-9F2A-D55D-9F84FD0FDDEA}"/>
                    </a:ext>
                  </a:extLst>
                </p14:cNvPr>
                <p14:cNvContentPartPr/>
                <p14:nvPr/>
              </p14:nvContentPartPr>
              <p14:xfrm>
                <a:off x="5048000" y="4299490"/>
                <a:ext cx="95760" cy="1969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27576504-4809-9F2A-D55D-9F84FD0FDDEA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5041880" y="4293370"/>
                  <a:ext cx="10800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EB0C2C68-FA98-2B6E-9371-24AB397A760D}"/>
                    </a:ext>
                  </a:extLst>
                </p14:cNvPr>
                <p14:cNvContentPartPr/>
                <p14:nvPr/>
              </p14:nvContentPartPr>
              <p14:xfrm>
                <a:off x="5186600" y="4393810"/>
                <a:ext cx="53280" cy="1551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EB0C2C68-FA98-2B6E-9371-24AB397A760D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5180480" y="4387690"/>
                  <a:ext cx="6552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ED6B0E6D-17F9-4F86-50E7-4F40BED21C03}"/>
                    </a:ext>
                  </a:extLst>
                </p14:cNvPr>
                <p14:cNvContentPartPr/>
                <p14:nvPr/>
              </p14:nvContentPartPr>
              <p14:xfrm>
                <a:off x="5238440" y="4355650"/>
                <a:ext cx="15120" cy="115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ED6B0E6D-17F9-4F86-50E7-4F40BED21C03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5232320" y="4349530"/>
                  <a:ext cx="2736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BEC5C6F8-B21F-D15F-A560-8B7846BF5B5A}"/>
                    </a:ext>
                  </a:extLst>
                </p14:cNvPr>
                <p14:cNvContentPartPr/>
                <p14:nvPr/>
              </p14:nvContentPartPr>
              <p14:xfrm>
                <a:off x="5332040" y="4279330"/>
                <a:ext cx="34920" cy="2206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BEC5C6F8-B21F-D15F-A560-8B7846BF5B5A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5325920" y="4273210"/>
                  <a:ext cx="47160" cy="232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38B0197A-F155-2A16-6E53-6528556C2482}"/>
              </a:ext>
            </a:extLst>
          </p:cNvPr>
          <p:cNvGrpSpPr/>
          <p:nvPr/>
        </p:nvGrpSpPr>
        <p:grpSpPr>
          <a:xfrm>
            <a:off x="3999680" y="4664890"/>
            <a:ext cx="1733760" cy="378360"/>
            <a:chOff x="3999680" y="4664890"/>
            <a:chExt cx="1733760" cy="378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82F5932B-A704-029F-A067-41CC909A57DF}"/>
                    </a:ext>
                  </a:extLst>
                </p14:cNvPr>
                <p14:cNvContentPartPr/>
                <p14:nvPr/>
              </p14:nvContentPartPr>
              <p14:xfrm>
                <a:off x="3999680" y="4765690"/>
                <a:ext cx="147600" cy="1760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82F5932B-A704-029F-A067-41CC909A57DF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3993560" y="4759570"/>
                  <a:ext cx="15984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AF5356B-4EDB-B7FD-C888-4011255133E8}"/>
                    </a:ext>
                  </a:extLst>
                </p14:cNvPr>
                <p14:cNvContentPartPr/>
                <p14:nvPr/>
              </p14:nvContentPartPr>
              <p14:xfrm>
                <a:off x="4285880" y="4664890"/>
                <a:ext cx="198360" cy="2714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AF5356B-4EDB-B7FD-C888-4011255133E8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4279760" y="4658770"/>
                  <a:ext cx="21060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73D94EAC-AE99-3446-3D67-0F39B764CD64}"/>
                    </a:ext>
                  </a:extLst>
                </p14:cNvPr>
                <p14:cNvContentPartPr/>
                <p14:nvPr/>
              </p14:nvContentPartPr>
              <p14:xfrm>
                <a:off x="4488560" y="4819330"/>
                <a:ext cx="83520" cy="1782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73D94EAC-AE99-3446-3D67-0F39B764CD64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4482440" y="4813210"/>
                  <a:ext cx="9576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0065AB19-4130-8DE8-A65D-3DB664D09B5D}"/>
                    </a:ext>
                  </a:extLst>
                </p14:cNvPr>
                <p14:cNvContentPartPr/>
                <p14:nvPr/>
              </p14:nvContentPartPr>
              <p14:xfrm>
                <a:off x="4590800" y="4698730"/>
                <a:ext cx="9360" cy="475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0065AB19-4130-8DE8-A65D-3DB664D09B5D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4584680" y="4692610"/>
                  <a:ext cx="2160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A622BF5A-D607-C682-2D30-3995CFBDD47A}"/>
                    </a:ext>
                  </a:extLst>
                </p14:cNvPr>
                <p14:cNvContentPartPr/>
                <p14:nvPr/>
              </p14:nvContentPartPr>
              <p14:xfrm>
                <a:off x="4654160" y="4947130"/>
                <a:ext cx="38520" cy="313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622BF5A-D607-C682-2D30-3995CFBDD47A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4648040" y="4941010"/>
                  <a:ext cx="5076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354FB85E-494D-B11F-BAD7-564F2C1AE810}"/>
                    </a:ext>
                  </a:extLst>
                </p14:cNvPr>
                <p14:cNvContentPartPr/>
                <p14:nvPr/>
              </p14:nvContentPartPr>
              <p14:xfrm>
                <a:off x="4799240" y="4819690"/>
                <a:ext cx="153000" cy="1656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354FB85E-494D-B11F-BAD7-564F2C1AE810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4793120" y="4813570"/>
                  <a:ext cx="16524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0A274EAE-831B-CE07-4EDD-EE73273A4050}"/>
                    </a:ext>
                  </a:extLst>
                </p14:cNvPr>
                <p14:cNvContentPartPr/>
                <p14:nvPr/>
              </p14:nvContentPartPr>
              <p14:xfrm>
                <a:off x="5136920" y="4844530"/>
                <a:ext cx="147240" cy="1836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0A274EAE-831B-CE07-4EDD-EE73273A4050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5130800" y="4838410"/>
                  <a:ext cx="15948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856CAA5F-1812-B1FE-1ABA-FF038017BC8A}"/>
                    </a:ext>
                  </a:extLst>
                </p14:cNvPr>
                <p14:cNvContentPartPr/>
                <p14:nvPr/>
              </p14:nvContentPartPr>
              <p14:xfrm>
                <a:off x="5098760" y="4959010"/>
                <a:ext cx="215280" cy="320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856CAA5F-1812-B1FE-1ABA-FF038017BC8A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5092640" y="4952890"/>
                  <a:ext cx="22752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8FA2EED9-6CFC-3B9F-051C-35413DF10625}"/>
                    </a:ext>
                  </a:extLst>
                </p14:cNvPr>
                <p14:cNvContentPartPr/>
                <p14:nvPr/>
              </p14:nvContentPartPr>
              <p14:xfrm>
                <a:off x="5499440" y="4838410"/>
                <a:ext cx="126720" cy="2048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8FA2EED9-6CFC-3B9F-051C-35413DF10625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5493320" y="4832290"/>
                  <a:ext cx="13896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27017F48-2E59-DD7D-C4F6-BA62510BF7B2}"/>
                    </a:ext>
                  </a:extLst>
                </p14:cNvPr>
                <p14:cNvContentPartPr/>
                <p14:nvPr/>
              </p14:nvContentPartPr>
              <p14:xfrm>
                <a:off x="5631920" y="4851010"/>
                <a:ext cx="101520" cy="194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27017F48-2E59-DD7D-C4F6-BA62510BF7B2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5625800" y="4844890"/>
                  <a:ext cx="113760" cy="3168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Коллизии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Два разных ключа дали одинаковый индекс</a:t>
            </a:r>
          </a:p>
          <a:p>
            <a:pPr>
              <a:defRPr sz="1800"/>
            </a:pPr>
            <a:r>
              <a:t>hash("A") % 10 → 5</a:t>
            </a:r>
          </a:p>
          <a:p>
            <a:pPr>
              <a:defRPr sz="1800"/>
            </a:pPr>
            <a:r>
              <a:t>hash("B") % 10 → 5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Принцип Дирихле: если объектов больше, чем ячеек — коллизии неизбежны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AA98040A-4109-ABF9-70CF-6B35D7CF67BA}"/>
              </a:ext>
            </a:extLst>
          </p:cNvPr>
          <p:cNvGrpSpPr/>
          <p:nvPr/>
        </p:nvGrpSpPr>
        <p:grpSpPr>
          <a:xfrm>
            <a:off x="3927680" y="2069650"/>
            <a:ext cx="1793160" cy="630000"/>
            <a:chOff x="3927680" y="2069650"/>
            <a:chExt cx="1793160" cy="630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1BA60974-ACCB-5636-EEDA-A0C7F08684A0}"/>
                    </a:ext>
                  </a:extLst>
                </p14:cNvPr>
                <p14:cNvContentPartPr/>
                <p14:nvPr/>
              </p14:nvContentPartPr>
              <p14:xfrm>
                <a:off x="3957200" y="2088730"/>
                <a:ext cx="63000" cy="1249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1BA60974-ACCB-5636-EEDA-A0C7F08684A0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951080" y="2082610"/>
                  <a:ext cx="7524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BBDBDF2-FD65-08FA-166B-A0B66C64D0D4}"/>
                    </a:ext>
                  </a:extLst>
                </p14:cNvPr>
                <p14:cNvContentPartPr/>
                <p14:nvPr/>
              </p14:nvContentPartPr>
              <p14:xfrm>
                <a:off x="4069520" y="2147770"/>
                <a:ext cx="81360" cy="770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BBDBDF2-FD65-08FA-166B-A0B66C64D0D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063400" y="2141650"/>
                  <a:ext cx="9360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514B28C-B599-A865-407C-223408395276}"/>
                    </a:ext>
                  </a:extLst>
                </p14:cNvPr>
                <p14:cNvContentPartPr/>
                <p14:nvPr/>
              </p14:nvContentPartPr>
              <p14:xfrm>
                <a:off x="4233320" y="2133010"/>
                <a:ext cx="27360" cy="1314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514B28C-B599-A865-407C-22340839527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227200" y="2126890"/>
                  <a:ext cx="3960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964BB9EC-830A-537C-79C8-1ED3FEA0FE54}"/>
                    </a:ext>
                  </a:extLst>
                </p14:cNvPr>
                <p14:cNvContentPartPr/>
                <p14:nvPr/>
              </p14:nvContentPartPr>
              <p14:xfrm>
                <a:off x="4335200" y="2069650"/>
                <a:ext cx="140400" cy="2149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964BB9EC-830A-537C-79C8-1ED3FEA0FE5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329080" y="2063530"/>
                  <a:ext cx="15264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7D01398-002F-6735-F74C-E13B2F3FDC02}"/>
                    </a:ext>
                  </a:extLst>
                </p14:cNvPr>
                <p14:cNvContentPartPr/>
                <p14:nvPr/>
              </p14:nvContentPartPr>
              <p14:xfrm>
                <a:off x="4538600" y="2097730"/>
                <a:ext cx="77760" cy="2178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7D01398-002F-6735-F74C-E13B2F3FDC0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532480" y="2091610"/>
                  <a:ext cx="9000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7C14246-5D65-ED57-8D09-421AD3694D3B}"/>
                    </a:ext>
                  </a:extLst>
                </p14:cNvPr>
                <p14:cNvContentPartPr/>
                <p14:nvPr/>
              </p14:nvContentPartPr>
              <p14:xfrm>
                <a:off x="4653440" y="2143090"/>
                <a:ext cx="103320" cy="1310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7C14246-5D65-ED57-8D09-421AD3694D3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647320" y="2136970"/>
                  <a:ext cx="11556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6FEA99AA-E95E-004A-596B-B4D0D3D12EF3}"/>
                    </a:ext>
                  </a:extLst>
                </p14:cNvPr>
                <p14:cNvContentPartPr/>
                <p14:nvPr/>
              </p14:nvContentPartPr>
              <p14:xfrm>
                <a:off x="4819400" y="2082610"/>
                <a:ext cx="39600" cy="2523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6FEA99AA-E95E-004A-596B-B4D0D3D12EF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813280" y="2076490"/>
                  <a:ext cx="5184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7C12584B-7D65-0195-1EAF-32D487970582}"/>
                    </a:ext>
                  </a:extLst>
                </p14:cNvPr>
                <p14:cNvContentPartPr/>
                <p14:nvPr/>
              </p14:nvContentPartPr>
              <p14:xfrm>
                <a:off x="4997240" y="2169370"/>
                <a:ext cx="232200" cy="1576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7C12584B-7D65-0195-1EAF-32D48797058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991120" y="2163250"/>
                  <a:ext cx="24444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F9EB13F-A8D9-007A-03C5-7BE6C1C32B70}"/>
                    </a:ext>
                  </a:extLst>
                </p14:cNvPr>
                <p14:cNvContentPartPr/>
                <p14:nvPr/>
              </p14:nvContentPartPr>
              <p14:xfrm>
                <a:off x="5308280" y="2160010"/>
                <a:ext cx="70200" cy="1702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F9EB13F-A8D9-007A-03C5-7BE6C1C32B7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302160" y="2153890"/>
                  <a:ext cx="8244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CC71E92D-ABC4-1893-A616-D37905A5AFB2}"/>
                    </a:ext>
                  </a:extLst>
                </p14:cNvPr>
                <p14:cNvContentPartPr/>
                <p14:nvPr/>
              </p14:nvContentPartPr>
              <p14:xfrm>
                <a:off x="5401520" y="2149210"/>
                <a:ext cx="117000" cy="1630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CC71E92D-ABC4-1893-A616-D37905A5AFB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395400" y="2143090"/>
                  <a:ext cx="12924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7148625-1A12-B012-3E6C-6FFE29493C23}"/>
                    </a:ext>
                  </a:extLst>
                </p14:cNvPr>
                <p14:cNvContentPartPr/>
                <p14:nvPr/>
              </p14:nvContentPartPr>
              <p14:xfrm>
                <a:off x="5582960" y="2145970"/>
                <a:ext cx="76680" cy="2041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7148625-1A12-B012-3E6C-6FFE29493C2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576840" y="2139850"/>
                  <a:ext cx="8892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54CBE623-AEFC-6337-144E-C9B07764277E}"/>
                    </a:ext>
                  </a:extLst>
                </p14:cNvPr>
                <p14:cNvContentPartPr/>
                <p14:nvPr/>
              </p14:nvContentPartPr>
              <p14:xfrm>
                <a:off x="5625800" y="2152450"/>
                <a:ext cx="95040" cy="3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54CBE623-AEFC-6337-144E-C9B07764277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619680" y="2146330"/>
                  <a:ext cx="10728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68387FE-C6F7-F9B6-55BF-D4D9DFCF8767}"/>
                    </a:ext>
                  </a:extLst>
                </p14:cNvPr>
                <p14:cNvContentPartPr/>
                <p14:nvPr/>
              </p14:nvContentPartPr>
              <p14:xfrm>
                <a:off x="3927680" y="2361970"/>
                <a:ext cx="112680" cy="1922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68387FE-C6F7-F9B6-55BF-D4D9DFCF876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921560" y="2355850"/>
                  <a:ext cx="12492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B4722E2-ECCD-E229-B502-53B66A011307}"/>
                    </a:ext>
                  </a:extLst>
                </p14:cNvPr>
                <p14:cNvContentPartPr/>
                <p14:nvPr/>
              </p14:nvContentPartPr>
              <p14:xfrm>
                <a:off x="4184720" y="2446210"/>
                <a:ext cx="102240" cy="939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B4722E2-ECCD-E229-B502-53B66A01130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178600" y="2440090"/>
                  <a:ext cx="11448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1A299A9-0AF3-E40F-BC90-EA1011229910}"/>
                    </a:ext>
                  </a:extLst>
                </p14:cNvPr>
                <p14:cNvContentPartPr/>
                <p14:nvPr/>
              </p14:nvContentPartPr>
              <p14:xfrm>
                <a:off x="4390640" y="2412730"/>
                <a:ext cx="41760" cy="1486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1A299A9-0AF3-E40F-BC90-EA101122991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384520" y="2406610"/>
                  <a:ext cx="5400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63696E95-5258-6B31-32D5-974F1809F995}"/>
                    </a:ext>
                  </a:extLst>
                </p14:cNvPr>
                <p14:cNvContentPartPr/>
                <p14:nvPr/>
              </p14:nvContentPartPr>
              <p14:xfrm>
                <a:off x="4492880" y="2374570"/>
                <a:ext cx="81720" cy="2347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63696E95-5258-6B31-32D5-974F1809F99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486760" y="2368450"/>
                  <a:ext cx="9396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1B5419B-CF48-35B1-C171-DC9E157BE56E}"/>
                    </a:ext>
                  </a:extLst>
                </p14:cNvPr>
                <p14:cNvContentPartPr/>
                <p14:nvPr/>
              </p14:nvContentPartPr>
              <p14:xfrm>
                <a:off x="4677920" y="2457010"/>
                <a:ext cx="52560" cy="1980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1B5419B-CF48-35B1-C171-DC9E157BE56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671800" y="2450890"/>
                  <a:ext cx="6480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D43C72A-9670-28BE-2E76-A17E12F934C9}"/>
                    </a:ext>
                  </a:extLst>
                </p14:cNvPr>
                <p14:cNvContentPartPr/>
                <p14:nvPr/>
              </p14:nvContentPartPr>
              <p14:xfrm>
                <a:off x="4755680" y="2377090"/>
                <a:ext cx="90720" cy="2523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D43C72A-9670-28BE-2E76-A17E12F934C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749560" y="2370970"/>
                  <a:ext cx="10296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76D51C6-C6C8-3E34-3BC4-9616D6D861AF}"/>
                    </a:ext>
                  </a:extLst>
                </p14:cNvPr>
                <p14:cNvContentPartPr/>
                <p14:nvPr/>
              </p14:nvContentPartPr>
              <p14:xfrm>
                <a:off x="4924880" y="2406250"/>
                <a:ext cx="29880" cy="2574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76D51C6-C6C8-3E34-3BC4-9616D6D861A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918760" y="2400130"/>
                  <a:ext cx="4212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9A814F2-19D6-A03C-CCA5-5BA0DF95D0F8}"/>
                    </a:ext>
                  </a:extLst>
                </p14:cNvPr>
                <p14:cNvContentPartPr/>
                <p14:nvPr/>
              </p14:nvContentPartPr>
              <p14:xfrm>
                <a:off x="4810040" y="2540890"/>
                <a:ext cx="66600" cy="946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9A814F2-19D6-A03C-CCA5-5BA0DF95D0F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803920" y="2534770"/>
                  <a:ext cx="7884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A0A24F3-AB8C-DD83-3285-3A03C5A6C12F}"/>
                    </a:ext>
                  </a:extLst>
                </p14:cNvPr>
                <p14:cNvContentPartPr/>
                <p14:nvPr/>
              </p14:nvContentPartPr>
              <p14:xfrm>
                <a:off x="5041520" y="2534050"/>
                <a:ext cx="148320" cy="644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A0A24F3-AB8C-DD83-3285-3A03C5A6C12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035400" y="2527930"/>
                  <a:ext cx="16056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E35F8026-C09F-F47A-E6EB-23BA48AAFCB6}"/>
                    </a:ext>
                  </a:extLst>
                </p14:cNvPr>
                <p14:cNvContentPartPr/>
                <p14:nvPr/>
              </p14:nvContentPartPr>
              <p14:xfrm>
                <a:off x="5268680" y="2520730"/>
                <a:ext cx="53280" cy="1526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E35F8026-C09F-F47A-E6EB-23BA48AAFCB6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262560" y="2514610"/>
                  <a:ext cx="6552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CA291F41-53D4-1D82-F427-D738C933F444}"/>
                    </a:ext>
                  </a:extLst>
                </p14:cNvPr>
                <p14:cNvContentPartPr/>
                <p14:nvPr/>
              </p14:nvContentPartPr>
              <p14:xfrm>
                <a:off x="5408000" y="2541610"/>
                <a:ext cx="78840" cy="1202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CA291F41-53D4-1D82-F427-D738C933F44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401880" y="2535490"/>
                  <a:ext cx="9108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653E246-23BC-6232-C08F-8391327C55CC}"/>
                    </a:ext>
                  </a:extLst>
                </p14:cNvPr>
                <p14:cNvContentPartPr/>
                <p14:nvPr/>
              </p14:nvContentPartPr>
              <p14:xfrm>
                <a:off x="5539400" y="2508130"/>
                <a:ext cx="56880" cy="1915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653E246-23BC-6232-C08F-8391327C55C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533280" y="2502010"/>
                  <a:ext cx="6912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4CDBBF2-20DB-A414-DAA6-DBD65B06FCEB}"/>
                    </a:ext>
                  </a:extLst>
                </p14:cNvPr>
                <p14:cNvContentPartPr/>
                <p14:nvPr/>
              </p14:nvContentPartPr>
              <p14:xfrm>
                <a:off x="5594120" y="2514250"/>
                <a:ext cx="75960" cy="28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4CDBBF2-20DB-A414-DAA6-DBD65B06FCE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588000" y="2508130"/>
                  <a:ext cx="88200" cy="15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8DF88F1-E252-A6F9-E5EC-66BE9808F642}"/>
              </a:ext>
            </a:extLst>
          </p:cNvPr>
          <p:cNvGrpSpPr/>
          <p:nvPr/>
        </p:nvGrpSpPr>
        <p:grpSpPr>
          <a:xfrm>
            <a:off x="5879600" y="2126890"/>
            <a:ext cx="961560" cy="225000"/>
            <a:chOff x="5879600" y="2126890"/>
            <a:chExt cx="961560" cy="225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F94DC70-9414-29BA-458A-BE33B8D21433}"/>
                    </a:ext>
                  </a:extLst>
                </p14:cNvPr>
                <p14:cNvContentPartPr/>
                <p14:nvPr/>
              </p14:nvContentPartPr>
              <p14:xfrm>
                <a:off x="5896160" y="2139490"/>
                <a:ext cx="117360" cy="1684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F94DC70-9414-29BA-458A-BE33B8D2143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890040" y="2133370"/>
                  <a:ext cx="12960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116937F-DDB2-4F35-63D2-9160999FD878}"/>
                    </a:ext>
                  </a:extLst>
                </p14:cNvPr>
                <p14:cNvContentPartPr/>
                <p14:nvPr/>
              </p14:nvContentPartPr>
              <p14:xfrm>
                <a:off x="5879600" y="2157490"/>
                <a:ext cx="53280" cy="720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116937F-DDB2-4F35-63D2-9160999FD87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873480" y="2151370"/>
                  <a:ext cx="6552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1915A990-15FA-E030-DA40-9DCADF27311B}"/>
                    </a:ext>
                  </a:extLst>
                </p14:cNvPr>
                <p14:cNvContentPartPr/>
                <p14:nvPr/>
              </p14:nvContentPartPr>
              <p14:xfrm>
                <a:off x="5999120" y="2264050"/>
                <a:ext cx="85680" cy="878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1915A990-15FA-E030-DA40-9DCADF27311B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993000" y="2257930"/>
                  <a:ext cx="9792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014C253-12CF-EB44-19C6-E3339EF40144}"/>
                    </a:ext>
                  </a:extLst>
                </p14:cNvPr>
                <p14:cNvContentPartPr/>
                <p14:nvPr/>
              </p14:nvContentPartPr>
              <p14:xfrm>
                <a:off x="6175160" y="2126890"/>
                <a:ext cx="94680" cy="2160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014C253-12CF-EB44-19C6-E3339EF4014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169040" y="2120770"/>
                  <a:ext cx="10692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18C1F7DB-5A81-7860-2B5C-8AD7E243508F}"/>
                    </a:ext>
                  </a:extLst>
                </p14:cNvPr>
                <p14:cNvContentPartPr/>
                <p14:nvPr/>
              </p14:nvContentPartPr>
              <p14:xfrm>
                <a:off x="6241760" y="2133370"/>
                <a:ext cx="101520" cy="3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18C1F7DB-5A81-7860-2B5C-8AD7E243508F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235640" y="2127250"/>
                  <a:ext cx="1137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D140F0C1-7411-AFF8-062F-D84366D3C338}"/>
                    </a:ext>
                  </a:extLst>
                </p14:cNvPr>
                <p14:cNvContentPartPr/>
                <p14:nvPr/>
              </p14:nvContentPartPr>
              <p14:xfrm>
                <a:off x="6463880" y="2184130"/>
                <a:ext cx="133200" cy="3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D140F0C1-7411-AFF8-062F-D84366D3C33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457760" y="2178010"/>
                  <a:ext cx="14544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3418822-EA15-F1F4-5744-84A7C6129178}"/>
                    </a:ext>
                  </a:extLst>
                </p14:cNvPr>
                <p14:cNvContentPartPr/>
                <p14:nvPr/>
              </p14:nvContentPartPr>
              <p14:xfrm>
                <a:off x="6426080" y="2304730"/>
                <a:ext cx="152280" cy="133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3418822-EA15-F1F4-5744-84A7C612917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419960" y="2298610"/>
                  <a:ext cx="16452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E1608357-7D0E-75A6-2265-9D169900989C}"/>
                    </a:ext>
                  </a:extLst>
                </p14:cNvPr>
                <p14:cNvContentPartPr/>
                <p14:nvPr/>
              </p14:nvContentPartPr>
              <p14:xfrm>
                <a:off x="6696440" y="2135170"/>
                <a:ext cx="144720" cy="1785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E1608357-7D0E-75A6-2265-9D169900989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690320" y="2129050"/>
                  <a:ext cx="156960" cy="190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EF0BAA55-887C-B88B-CA9B-AAD043687900}"/>
              </a:ext>
            </a:extLst>
          </p:cNvPr>
          <p:cNvGrpSpPr/>
          <p:nvPr/>
        </p:nvGrpSpPr>
        <p:grpSpPr>
          <a:xfrm>
            <a:off x="5892920" y="2520730"/>
            <a:ext cx="839520" cy="210960"/>
            <a:chOff x="5892920" y="2520730"/>
            <a:chExt cx="839520" cy="210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59E933D7-320B-F910-1A9F-ED2CBBE49F29}"/>
                    </a:ext>
                  </a:extLst>
                </p14:cNvPr>
                <p14:cNvContentPartPr/>
                <p14:nvPr/>
              </p14:nvContentPartPr>
              <p14:xfrm>
                <a:off x="5896520" y="2565010"/>
                <a:ext cx="98280" cy="1432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59E933D7-320B-F910-1A9F-ED2CBBE49F29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890400" y="2558890"/>
                  <a:ext cx="11052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5AF6B59B-CB8A-5F5F-C7CD-4C22DE30550F}"/>
                    </a:ext>
                  </a:extLst>
                </p14:cNvPr>
                <p14:cNvContentPartPr/>
                <p14:nvPr/>
              </p14:nvContentPartPr>
              <p14:xfrm>
                <a:off x="5892920" y="2541970"/>
                <a:ext cx="48240" cy="817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5AF6B59B-CB8A-5F5F-C7CD-4C22DE30550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886800" y="2535850"/>
                  <a:ext cx="6048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37121E4-6891-F95B-3861-BACA003FF2F9}"/>
                    </a:ext>
                  </a:extLst>
                </p14:cNvPr>
                <p14:cNvContentPartPr/>
                <p14:nvPr/>
              </p14:nvContentPartPr>
              <p14:xfrm>
                <a:off x="5981840" y="2673010"/>
                <a:ext cx="71280" cy="586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37121E4-6891-F95B-3861-BACA003FF2F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975720" y="2666890"/>
                  <a:ext cx="8352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D1E2D44-12C2-BA15-8A94-F8F32FEBAB24}"/>
                    </a:ext>
                  </a:extLst>
                </p14:cNvPr>
                <p14:cNvContentPartPr/>
                <p14:nvPr/>
              </p14:nvContentPartPr>
              <p14:xfrm>
                <a:off x="6153560" y="2520730"/>
                <a:ext cx="95040" cy="2037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D1E2D44-12C2-BA15-8A94-F8F32FEBAB24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147440" y="2514610"/>
                  <a:ext cx="10728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46170271-E49C-0BFD-E339-E76E798C2D4B}"/>
                    </a:ext>
                  </a:extLst>
                </p14:cNvPr>
                <p14:cNvContentPartPr/>
                <p14:nvPr/>
              </p14:nvContentPartPr>
              <p14:xfrm>
                <a:off x="6241760" y="2539810"/>
                <a:ext cx="94680" cy="324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6170271-E49C-0BFD-E339-E76E798C2D4B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235640" y="2533690"/>
                  <a:ext cx="10692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4E3D364F-2D07-9C46-E41E-EED4875A1A88}"/>
                    </a:ext>
                  </a:extLst>
                </p14:cNvPr>
                <p14:cNvContentPartPr/>
                <p14:nvPr/>
              </p14:nvContentPartPr>
              <p14:xfrm>
                <a:off x="6330680" y="2634490"/>
                <a:ext cx="126360" cy="262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4E3D364F-2D07-9C46-E41E-EED4875A1A88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324560" y="2628370"/>
                  <a:ext cx="13860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1E8271F1-B790-6FE7-9C0C-7B0AFC536AD5}"/>
                    </a:ext>
                  </a:extLst>
                </p14:cNvPr>
                <p14:cNvContentPartPr/>
                <p14:nvPr/>
              </p14:nvContentPartPr>
              <p14:xfrm>
                <a:off x="6375320" y="2684170"/>
                <a:ext cx="136440" cy="338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1E8271F1-B790-6FE7-9C0C-7B0AFC536AD5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369200" y="2678050"/>
                  <a:ext cx="14868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65C162F5-E14D-1A31-FA32-F8652C66E1B5}"/>
                    </a:ext>
                  </a:extLst>
                </p14:cNvPr>
                <p14:cNvContentPartPr/>
                <p14:nvPr/>
              </p14:nvContentPartPr>
              <p14:xfrm>
                <a:off x="6596360" y="2577610"/>
                <a:ext cx="136080" cy="1537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65C162F5-E14D-1A31-FA32-F8652C66E1B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590240" y="2571490"/>
                  <a:ext cx="14832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D12B9D0F-3C2E-AA2A-1986-ADE542F8306B}"/>
                    </a:ext>
                  </a:extLst>
                </p14:cNvPr>
                <p14:cNvContentPartPr/>
                <p14:nvPr/>
              </p14:nvContentPartPr>
              <p14:xfrm>
                <a:off x="6664760" y="2570770"/>
                <a:ext cx="47160" cy="262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D12B9D0F-3C2E-AA2A-1986-ADE542F8306B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658640" y="2564650"/>
                  <a:ext cx="59400" cy="38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5D8A09EA-DF9B-DF53-7AEC-E4F6E476F799}"/>
                  </a:ext>
                </a:extLst>
              </p14:cNvPr>
              <p14:cNvContentPartPr/>
              <p14:nvPr/>
            </p14:nvContentPartPr>
            <p14:xfrm>
              <a:off x="6668360" y="2437210"/>
              <a:ext cx="131760" cy="2664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5D8A09EA-DF9B-DF53-7AEC-E4F6E476F799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6662240" y="2431090"/>
                <a:ext cx="144000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6D469404-71C8-DD19-6E41-EB02CB765935}"/>
                  </a:ext>
                </a:extLst>
              </p14:cNvPr>
              <p14:cNvContentPartPr/>
              <p14:nvPr/>
            </p14:nvContentPartPr>
            <p14:xfrm>
              <a:off x="6597440" y="2841850"/>
              <a:ext cx="264240" cy="936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6D469404-71C8-DD19-6E41-EB02CB765935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6591320" y="2835730"/>
                <a:ext cx="276480" cy="21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Открытая адресация (Open Addressing)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Все элементы хранятся прямо в массиве</a:t>
            </a:r>
          </a:p>
          <a:p>
            <a:pPr>
              <a:defRPr sz="1800"/>
            </a:pPr>
            <a:r>
              <a:t>Внешних списков нет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Если бакет занят — ищем следующий по определенному правилу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B5A5C79-C171-86F7-6256-3179EBE68F8B}"/>
                  </a:ext>
                </a:extLst>
              </p14:cNvPr>
              <p14:cNvContentPartPr/>
              <p14:nvPr/>
            </p14:nvContentPartPr>
            <p14:xfrm>
              <a:off x="764000" y="4227130"/>
              <a:ext cx="6507720" cy="3592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B5A5C79-C171-86F7-6256-3179EBE68F8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57880" y="4221010"/>
                <a:ext cx="6519960" cy="371520"/>
              </a:xfrm>
              <a:prstGeom prst="rect">
                <a:avLst/>
              </a:prstGeom>
            </p:spPr>
          </p:pic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6C888385-52D1-77D2-18BC-4906DF93685D}"/>
              </a:ext>
            </a:extLst>
          </p:cNvPr>
          <p:cNvGrpSpPr/>
          <p:nvPr/>
        </p:nvGrpSpPr>
        <p:grpSpPr>
          <a:xfrm>
            <a:off x="6768440" y="4203370"/>
            <a:ext cx="261720" cy="285480"/>
            <a:chOff x="6768440" y="4203370"/>
            <a:chExt cx="261720" cy="285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8C0A0E2-0ABC-138A-1F0D-7CEC844D713D}"/>
                    </a:ext>
                  </a:extLst>
                </p14:cNvPr>
                <p14:cNvContentPartPr/>
                <p14:nvPr/>
              </p14:nvContentPartPr>
              <p14:xfrm>
                <a:off x="6889400" y="4235050"/>
                <a:ext cx="140760" cy="1537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8C0A0E2-0ABC-138A-1F0D-7CEC844D713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883280" y="4228930"/>
                  <a:ext cx="15300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BC543EA-C402-7E53-AC97-F0D1934F054A}"/>
                    </a:ext>
                  </a:extLst>
                </p14:cNvPr>
                <p14:cNvContentPartPr/>
                <p14:nvPr/>
              </p14:nvContentPartPr>
              <p14:xfrm>
                <a:off x="6768440" y="4203370"/>
                <a:ext cx="25920" cy="2854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BC543EA-C402-7E53-AC97-F0D1934F054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762320" y="4197250"/>
                  <a:ext cx="38160" cy="297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E92B5FB1-7439-EBBF-3D08-9C2B020FC345}"/>
                  </a:ext>
                </a:extLst>
              </p14:cNvPr>
              <p14:cNvContentPartPr/>
              <p14:nvPr/>
            </p14:nvContentPartPr>
            <p14:xfrm>
              <a:off x="1720520" y="4247650"/>
              <a:ext cx="6840" cy="24804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E92B5FB1-7439-EBBF-3D08-9C2B020FC34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714400" y="4241530"/>
                <a:ext cx="19080" cy="26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3CF2CF28-771B-0CDD-5D03-D08BDFA17B5E}"/>
                  </a:ext>
                </a:extLst>
              </p14:cNvPr>
              <p14:cNvContentPartPr/>
              <p14:nvPr/>
            </p14:nvContentPartPr>
            <p14:xfrm>
              <a:off x="1733120" y="4463650"/>
              <a:ext cx="6840" cy="6948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3CF2CF28-771B-0CDD-5D03-D08BDFA17B5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727000" y="4457530"/>
                <a:ext cx="19080" cy="8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E3543CE8-B25E-7815-FE2C-11E7E4731A22}"/>
                  </a:ext>
                </a:extLst>
              </p14:cNvPr>
              <p14:cNvContentPartPr/>
              <p14:nvPr/>
            </p14:nvContentPartPr>
            <p14:xfrm>
              <a:off x="640880" y="3746170"/>
              <a:ext cx="217440" cy="31680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E3543CE8-B25E-7815-FE2C-11E7E4731A2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34760" y="3740050"/>
                <a:ext cx="229680" cy="329040"/>
              </a:xfrm>
              <a:prstGeom prst="rect">
                <a:avLst/>
              </a:prstGeom>
            </p:spPr>
          </p:pic>
        </mc:Fallback>
      </mc:AlternateContent>
      <p:grpSp>
        <p:nvGrpSpPr>
          <p:cNvPr id="44" name="Group 43">
            <a:extLst>
              <a:ext uri="{FF2B5EF4-FFF2-40B4-BE49-F238E27FC236}">
                <a16:creationId xmlns:a16="http://schemas.microsoft.com/office/drawing/2014/main" id="{D97BE37C-F5F5-366C-A1C6-B52E24924900}"/>
              </a:ext>
            </a:extLst>
          </p:cNvPr>
          <p:cNvGrpSpPr/>
          <p:nvPr/>
        </p:nvGrpSpPr>
        <p:grpSpPr>
          <a:xfrm>
            <a:off x="395720" y="3269530"/>
            <a:ext cx="2837160" cy="1620720"/>
            <a:chOff x="395720" y="3269530"/>
            <a:chExt cx="2837160" cy="1620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DC3428D-B257-C42C-B283-56708039D65A}"/>
                    </a:ext>
                  </a:extLst>
                </p14:cNvPr>
                <p14:cNvContentPartPr/>
                <p14:nvPr/>
              </p14:nvContentPartPr>
              <p14:xfrm>
                <a:off x="395720" y="3524410"/>
                <a:ext cx="79920" cy="1987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1DC3428D-B257-C42C-B283-56708039D65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89600" y="3518290"/>
                  <a:ext cx="9216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1BEFCBF1-894A-E427-BA95-2161F758240F}"/>
                    </a:ext>
                  </a:extLst>
                </p14:cNvPr>
                <p14:cNvContentPartPr/>
                <p14:nvPr/>
              </p14:nvContentPartPr>
              <p14:xfrm>
                <a:off x="526760" y="3498130"/>
                <a:ext cx="96480" cy="1983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BEFCBF1-894A-E427-BA95-2161F758240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20640" y="3492010"/>
                  <a:ext cx="10872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5B9168C-262A-9984-D8EF-53538BEB219E}"/>
                    </a:ext>
                  </a:extLst>
                </p14:cNvPr>
                <p14:cNvContentPartPr/>
                <p14:nvPr/>
              </p14:nvContentPartPr>
              <p14:xfrm>
                <a:off x="875960" y="4601170"/>
                <a:ext cx="76680" cy="1105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5B9168C-262A-9984-D8EF-53538BEB219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69840" y="4595050"/>
                  <a:ext cx="8892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CE5159A-9886-9FE4-5DDD-C3B4B4C81108}"/>
                    </a:ext>
                  </a:extLst>
                </p14:cNvPr>
                <p14:cNvContentPartPr/>
                <p14:nvPr/>
              </p14:nvContentPartPr>
              <p14:xfrm>
                <a:off x="1205720" y="4279330"/>
                <a:ext cx="33480" cy="2664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CE5159A-9886-9FE4-5DDD-C3B4B4C8110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199600" y="4273210"/>
                  <a:ext cx="4572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1406CCF-DFE2-7C76-874E-D2FCC1F3021C}"/>
                    </a:ext>
                  </a:extLst>
                </p14:cNvPr>
                <p14:cNvContentPartPr/>
                <p14:nvPr/>
              </p14:nvContentPartPr>
              <p14:xfrm>
                <a:off x="1365920" y="4724290"/>
                <a:ext cx="106560" cy="1659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1406CCF-DFE2-7C76-874E-D2FCC1F3021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359800" y="4718170"/>
                  <a:ext cx="11880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9E92954-E039-796A-78F9-3F4DF90AF513}"/>
                    </a:ext>
                  </a:extLst>
                </p14:cNvPr>
                <p14:cNvContentPartPr/>
                <p14:nvPr/>
              </p14:nvContentPartPr>
              <p14:xfrm>
                <a:off x="909080" y="4321090"/>
                <a:ext cx="55440" cy="1371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9E92954-E039-796A-78F9-3F4DF90AF51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02960" y="4314970"/>
                  <a:ext cx="6768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BF072B0-6D45-91CA-D18A-3859C21589C7}"/>
                    </a:ext>
                  </a:extLst>
                </p14:cNvPr>
                <p14:cNvContentPartPr/>
                <p14:nvPr/>
              </p14:nvContentPartPr>
              <p14:xfrm>
                <a:off x="1033640" y="4327210"/>
                <a:ext cx="91080" cy="1519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BF072B0-6D45-91CA-D18A-3859C21589C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027520" y="4321090"/>
                  <a:ext cx="10332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EEF1384-C928-B7D4-FABD-C1BB53B56599}"/>
                    </a:ext>
                  </a:extLst>
                </p14:cNvPr>
                <p14:cNvContentPartPr/>
                <p14:nvPr/>
              </p14:nvContentPartPr>
              <p14:xfrm>
                <a:off x="863360" y="4069810"/>
                <a:ext cx="607680" cy="2160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EEF1384-C928-B7D4-FABD-C1BB53B5659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57240" y="4063690"/>
                  <a:ext cx="61992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ACD45CB-2EC6-EA7E-D435-ECDDE699397A}"/>
                    </a:ext>
                  </a:extLst>
                </p14:cNvPr>
                <p14:cNvContentPartPr/>
                <p14:nvPr/>
              </p14:nvContentPartPr>
              <p14:xfrm>
                <a:off x="1352240" y="4348450"/>
                <a:ext cx="97200" cy="1839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ACD45CB-2EC6-EA7E-D435-ECDDE699397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346120" y="4342330"/>
                  <a:ext cx="10944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8104CDC-B0FE-6D1F-44CF-5EA9F71D8D09}"/>
                    </a:ext>
                  </a:extLst>
                </p14:cNvPr>
                <p14:cNvContentPartPr/>
                <p14:nvPr/>
              </p14:nvContentPartPr>
              <p14:xfrm>
                <a:off x="1498400" y="4333330"/>
                <a:ext cx="88200" cy="1753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8104CDC-B0FE-6D1F-44CF-5EA9F71D8D0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492280" y="4327210"/>
                  <a:ext cx="10044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57B052A9-317A-5598-CBE4-BB2B63317A07}"/>
                    </a:ext>
                  </a:extLst>
                </p14:cNvPr>
                <p14:cNvContentPartPr/>
                <p14:nvPr/>
              </p14:nvContentPartPr>
              <p14:xfrm>
                <a:off x="1466720" y="4163770"/>
                <a:ext cx="446760" cy="1875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57B052A9-317A-5598-CBE4-BB2B63317A0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460600" y="4157650"/>
                  <a:ext cx="45900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D0B2500-C685-BDFB-82B4-3B9D45A418C5}"/>
                    </a:ext>
                  </a:extLst>
                </p14:cNvPr>
                <p14:cNvContentPartPr/>
                <p14:nvPr/>
              </p14:nvContentPartPr>
              <p14:xfrm>
                <a:off x="2069720" y="4273210"/>
                <a:ext cx="360" cy="2739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D0B2500-C685-BDFB-82B4-3B9D45A418C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063600" y="4267090"/>
                  <a:ext cx="1260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8D46F7A-D6C5-9EAE-A57F-A2D2129A3295}"/>
                    </a:ext>
                  </a:extLst>
                </p14:cNvPr>
                <p14:cNvContentPartPr/>
                <p14:nvPr/>
              </p14:nvContentPartPr>
              <p14:xfrm>
                <a:off x="1822040" y="4393810"/>
                <a:ext cx="71640" cy="1328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8D46F7A-D6C5-9EAE-A57F-A2D2129A329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815920" y="4387690"/>
                  <a:ext cx="8388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04FEFA0-D99B-470C-D500-8E4656E50892}"/>
                    </a:ext>
                  </a:extLst>
                </p14:cNvPr>
                <p14:cNvContentPartPr/>
                <p14:nvPr/>
              </p14:nvContentPartPr>
              <p14:xfrm>
                <a:off x="1917440" y="4424410"/>
                <a:ext cx="97200" cy="975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04FEFA0-D99B-470C-D500-8E4656E5089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911320" y="4418290"/>
                  <a:ext cx="10944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CCB4CAC-686D-7321-E7E3-C4AC798CCAB8}"/>
                    </a:ext>
                  </a:extLst>
                </p14:cNvPr>
                <p14:cNvContentPartPr/>
                <p14:nvPr/>
              </p14:nvContentPartPr>
              <p14:xfrm>
                <a:off x="571040" y="4241530"/>
                <a:ext cx="191160" cy="3427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CCB4CAC-686D-7321-E7E3-C4AC798CCAB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64920" y="4235410"/>
                  <a:ext cx="203400" cy="35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8F4A22B-9A05-E3FA-E779-08236FBD11C8}"/>
                    </a:ext>
                  </a:extLst>
                </p14:cNvPr>
                <p14:cNvContentPartPr/>
                <p14:nvPr/>
              </p14:nvContentPartPr>
              <p14:xfrm>
                <a:off x="2209400" y="4222450"/>
                <a:ext cx="83880" cy="4230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8F4A22B-9A05-E3FA-E779-08236FBD11C8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203280" y="4216330"/>
                  <a:ext cx="96120" cy="43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72BFE322-8321-0E84-F7D7-0AA7340B08C0}"/>
                    </a:ext>
                  </a:extLst>
                </p14:cNvPr>
                <p14:cNvContentPartPr/>
                <p14:nvPr/>
              </p14:nvContentPartPr>
              <p14:xfrm>
                <a:off x="615680" y="3269530"/>
                <a:ext cx="2495160" cy="11239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72BFE322-8321-0E84-F7D7-0AA7340B08C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09560" y="3263410"/>
                  <a:ext cx="2507400" cy="11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7E4E831E-D44A-CBFA-E8B8-54BCD439C1BD}"/>
                    </a:ext>
                  </a:extLst>
                </p14:cNvPr>
                <p14:cNvContentPartPr/>
                <p14:nvPr/>
              </p14:nvContentPartPr>
              <p14:xfrm>
                <a:off x="2894480" y="4215970"/>
                <a:ext cx="20160" cy="3744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7E4E831E-D44A-CBFA-E8B8-54BCD439C1B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888360" y="4209850"/>
                  <a:ext cx="32400" cy="38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759BB221-6B2A-9665-5BD5-EEAEADB309FC}"/>
                    </a:ext>
                  </a:extLst>
                </p14:cNvPr>
                <p14:cNvContentPartPr/>
                <p14:nvPr/>
              </p14:nvContentPartPr>
              <p14:xfrm>
                <a:off x="3199760" y="4177810"/>
                <a:ext cx="33120" cy="4377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759BB221-6B2A-9665-5BD5-EEAEADB309FC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193640" y="4171690"/>
                  <a:ext cx="45360" cy="45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3F166133-830C-3E86-3EA2-ACDCEFC44676}"/>
              </a:ext>
            </a:extLst>
          </p:cNvPr>
          <p:cNvGrpSpPr/>
          <p:nvPr/>
        </p:nvGrpSpPr>
        <p:grpSpPr>
          <a:xfrm>
            <a:off x="723680" y="5270050"/>
            <a:ext cx="4265280" cy="964800"/>
            <a:chOff x="723680" y="5270050"/>
            <a:chExt cx="4265280" cy="964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3D6CD99F-3887-1A41-57FA-70E3E08C1905}"/>
                    </a:ext>
                  </a:extLst>
                </p14:cNvPr>
                <p14:cNvContentPartPr/>
                <p14:nvPr/>
              </p14:nvContentPartPr>
              <p14:xfrm>
                <a:off x="723680" y="5427010"/>
                <a:ext cx="4265280" cy="6231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3D6CD99F-3887-1A41-57FA-70E3E08C1905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17560" y="5420890"/>
                  <a:ext cx="4277520" cy="63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D290122B-E323-B1C3-8FE0-782B3D42B0D4}"/>
                    </a:ext>
                  </a:extLst>
                </p14:cNvPr>
                <p14:cNvContentPartPr/>
                <p14:nvPr/>
              </p14:nvContentPartPr>
              <p14:xfrm>
                <a:off x="933200" y="5689090"/>
                <a:ext cx="79920" cy="1533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D290122B-E323-B1C3-8FE0-782B3D42B0D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27080" y="5682970"/>
                  <a:ext cx="9216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48F6D6AC-7C18-E2E7-56FE-2162F29A997D}"/>
                    </a:ext>
                  </a:extLst>
                </p14:cNvPr>
                <p14:cNvContentPartPr/>
                <p14:nvPr/>
              </p14:nvContentPartPr>
              <p14:xfrm>
                <a:off x="1085480" y="5694850"/>
                <a:ext cx="102600" cy="1429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8F6D6AC-7C18-E2E7-56FE-2162F29A997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79360" y="5688730"/>
                  <a:ext cx="11484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B5CC0C92-CF6B-E4FF-57AC-FD42FB303F2D}"/>
                    </a:ext>
                  </a:extLst>
                </p14:cNvPr>
                <p14:cNvContentPartPr/>
                <p14:nvPr/>
              </p14:nvContentPartPr>
              <p14:xfrm>
                <a:off x="1422080" y="5657410"/>
                <a:ext cx="32400" cy="2217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B5CC0C92-CF6B-E4FF-57AC-FD42FB303F2D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415960" y="5651290"/>
                  <a:ext cx="4464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882A52EA-01FD-5CBF-8949-0FD2B6103C83}"/>
                    </a:ext>
                  </a:extLst>
                </p14:cNvPr>
                <p14:cNvContentPartPr/>
                <p14:nvPr/>
              </p14:nvContentPartPr>
              <p14:xfrm>
                <a:off x="1517120" y="5696290"/>
                <a:ext cx="127080" cy="1782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882A52EA-01FD-5CBF-8949-0FD2B6103C8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511000" y="5690170"/>
                  <a:ext cx="13932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A808B2F0-0AC6-46F3-C3DB-77BFDF989A56}"/>
                    </a:ext>
                  </a:extLst>
                </p14:cNvPr>
                <p14:cNvContentPartPr/>
                <p14:nvPr/>
              </p14:nvContentPartPr>
              <p14:xfrm>
                <a:off x="1802960" y="5636530"/>
                <a:ext cx="90000" cy="2052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A808B2F0-0AC6-46F3-C3DB-77BFDF989A56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796840" y="5630410"/>
                  <a:ext cx="10224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572F2040-B366-F96C-1894-97C0CA8F9A2F}"/>
                    </a:ext>
                  </a:extLst>
                </p14:cNvPr>
                <p14:cNvContentPartPr/>
                <p14:nvPr/>
              </p14:nvContentPartPr>
              <p14:xfrm>
                <a:off x="2044160" y="5600530"/>
                <a:ext cx="7560" cy="3740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572F2040-B366-F96C-1894-97C0CA8F9A2F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038040" y="5594410"/>
                  <a:ext cx="19800" cy="38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F9B6751-7749-90F8-5DFA-31498866465D}"/>
                    </a:ext>
                  </a:extLst>
                </p14:cNvPr>
                <p14:cNvContentPartPr/>
                <p14:nvPr/>
              </p14:nvContentPartPr>
              <p14:xfrm>
                <a:off x="1002320" y="6079690"/>
                <a:ext cx="97200" cy="1184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F9B6751-7749-90F8-5DFA-31498866465D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96200" y="6073570"/>
                  <a:ext cx="10944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7B8B176D-AB66-9F79-E168-FF05F0FD46AA}"/>
                    </a:ext>
                  </a:extLst>
                </p14:cNvPr>
                <p14:cNvContentPartPr/>
                <p14:nvPr/>
              </p14:nvContentPartPr>
              <p14:xfrm>
                <a:off x="1727000" y="5982490"/>
                <a:ext cx="96480" cy="2523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7B8B176D-AB66-9F79-E168-FF05F0FD46AA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720880" y="5976370"/>
                  <a:ext cx="10872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91E7E1A5-1847-2EFF-F6B7-6929306E49B4}"/>
                    </a:ext>
                  </a:extLst>
                </p14:cNvPr>
                <p14:cNvContentPartPr/>
                <p14:nvPr/>
              </p14:nvContentPartPr>
              <p14:xfrm>
                <a:off x="2120120" y="5604850"/>
                <a:ext cx="162000" cy="2692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91E7E1A5-1847-2EFF-F6B7-6929306E49B4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114000" y="5598730"/>
                  <a:ext cx="17424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AEAFF2F0-C3CB-BEAF-5107-883A0844C2F5}"/>
                    </a:ext>
                  </a:extLst>
                </p14:cNvPr>
                <p14:cNvContentPartPr/>
                <p14:nvPr/>
              </p14:nvContentPartPr>
              <p14:xfrm>
                <a:off x="2340440" y="5624290"/>
                <a:ext cx="118800" cy="1875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AEAFF2F0-C3CB-BEAF-5107-883A0844C2F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334320" y="5618170"/>
                  <a:ext cx="13104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FED4AC52-6D44-0849-0DCA-DAD8068EF410}"/>
                    </a:ext>
                  </a:extLst>
                </p14:cNvPr>
                <p14:cNvContentPartPr/>
                <p14:nvPr/>
              </p14:nvContentPartPr>
              <p14:xfrm>
                <a:off x="2507840" y="5578570"/>
                <a:ext cx="153000" cy="2786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FED4AC52-6D44-0849-0DCA-DAD8068EF41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501720" y="5572450"/>
                  <a:ext cx="16524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C2DCCD2E-193F-4BA7-966B-303E06D71DED}"/>
                    </a:ext>
                  </a:extLst>
                </p14:cNvPr>
                <p14:cNvContentPartPr/>
                <p14:nvPr/>
              </p14:nvContentPartPr>
              <p14:xfrm>
                <a:off x="2730320" y="5564890"/>
                <a:ext cx="139320" cy="3344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C2DCCD2E-193F-4BA7-966B-303E06D71DED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724200" y="5558770"/>
                  <a:ext cx="151560" cy="34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8B258126-2272-AC97-0588-061C049A48AC}"/>
                    </a:ext>
                  </a:extLst>
                </p14:cNvPr>
                <p14:cNvContentPartPr/>
                <p14:nvPr/>
              </p14:nvContentPartPr>
              <p14:xfrm>
                <a:off x="2990600" y="5505130"/>
                <a:ext cx="15120" cy="4424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8B258126-2272-AC97-0588-061C049A48AC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984480" y="5499010"/>
                  <a:ext cx="27360" cy="45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BDD9891A-451C-69A8-CB1A-F22CA753ECFE}"/>
                    </a:ext>
                  </a:extLst>
                </p14:cNvPr>
                <p14:cNvContentPartPr/>
                <p14:nvPr/>
              </p14:nvContentPartPr>
              <p14:xfrm>
                <a:off x="3104720" y="5521330"/>
                <a:ext cx="180720" cy="36504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BDD9891A-451C-69A8-CB1A-F22CA753ECFE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098600" y="5515210"/>
                  <a:ext cx="192960" cy="37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8BBB8BE2-DC3B-8DF4-F6B4-2A759E8CAD39}"/>
                    </a:ext>
                  </a:extLst>
                </p14:cNvPr>
                <p14:cNvContentPartPr/>
                <p14:nvPr/>
              </p14:nvContentPartPr>
              <p14:xfrm>
                <a:off x="3300200" y="5551930"/>
                <a:ext cx="207360" cy="30492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8BBB8BE2-DC3B-8DF4-F6B4-2A759E8CAD39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294080" y="5545810"/>
                  <a:ext cx="21960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CDA431CA-F530-F077-AE41-6B460E406BE9}"/>
                    </a:ext>
                  </a:extLst>
                </p14:cNvPr>
                <p14:cNvContentPartPr/>
                <p14:nvPr/>
              </p14:nvContentPartPr>
              <p14:xfrm>
                <a:off x="3523760" y="5571370"/>
                <a:ext cx="282600" cy="32148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CDA431CA-F530-F077-AE41-6B460E406BE9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517640" y="5565250"/>
                  <a:ext cx="294840" cy="3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E5167736-91A3-66BF-4DBC-BB5393DEA6E0}"/>
                    </a:ext>
                  </a:extLst>
                </p14:cNvPr>
                <p14:cNvContentPartPr/>
                <p14:nvPr/>
              </p14:nvContentPartPr>
              <p14:xfrm>
                <a:off x="3802400" y="5613490"/>
                <a:ext cx="123120" cy="29736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E5167736-91A3-66BF-4DBC-BB5393DEA6E0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796280" y="5607370"/>
                  <a:ext cx="135360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CE9B8CCC-34E8-8362-FC52-AB4CBEEFF2F8}"/>
                    </a:ext>
                  </a:extLst>
                </p14:cNvPr>
                <p14:cNvContentPartPr/>
                <p14:nvPr/>
              </p14:nvContentPartPr>
              <p14:xfrm>
                <a:off x="3993920" y="5524210"/>
                <a:ext cx="29880" cy="38052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CE9B8CCC-34E8-8362-FC52-AB4CBEEFF2F8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987800" y="5518090"/>
                  <a:ext cx="42120" cy="39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BFCE36E5-912E-D77B-B5C2-F23EE8C9E3B2}"/>
                    </a:ext>
                  </a:extLst>
                </p14:cNvPr>
                <p14:cNvContentPartPr/>
                <p14:nvPr/>
              </p14:nvContentPartPr>
              <p14:xfrm>
                <a:off x="4140080" y="5860810"/>
                <a:ext cx="6840" cy="288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BFCE36E5-912E-D77B-B5C2-F23EE8C9E3B2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133960" y="5854690"/>
                  <a:ext cx="19080" cy="1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65DEE130-070F-9874-3970-A50ED49E8E78}"/>
                    </a:ext>
                  </a:extLst>
                </p14:cNvPr>
                <p14:cNvContentPartPr/>
                <p14:nvPr/>
              </p14:nvContentPartPr>
              <p14:xfrm>
                <a:off x="4266800" y="5905090"/>
                <a:ext cx="13680" cy="432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65DEE130-070F-9874-3970-A50ED49E8E78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260680" y="5898970"/>
                  <a:ext cx="2592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2459DFDB-F9AE-0726-6A6B-07D75EE7A6F5}"/>
                    </a:ext>
                  </a:extLst>
                </p14:cNvPr>
                <p14:cNvContentPartPr/>
                <p14:nvPr/>
              </p14:nvContentPartPr>
              <p14:xfrm>
                <a:off x="4508000" y="5943250"/>
                <a:ext cx="1440" cy="3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2459DFDB-F9AE-0726-6A6B-07D75EE7A6F5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501880" y="5937130"/>
                  <a:ext cx="1368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407B4F98-ED11-C4CE-C811-914D733380B3}"/>
                    </a:ext>
                  </a:extLst>
                </p14:cNvPr>
                <p14:cNvContentPartPr/>
                <p14:nvPr/>
              </p14:nvContentPartPr>
              <p14:xfrm>
                <a:off x="895040" y="5562370"/>
                <a:ext cx="326880" cy="24480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407B4F98-ED11-C4CE-C811-914D733380B3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88920" y="5556250"/>
                  <a:ext cx="33912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097B5A37-4BA8-C591-A406-8ABF4061DA75}"/>
                    </a:ext>
                  </a:extLst>
                </p14:cNvPr>
                <p14:cNvContentPartPr/>
                <p14:nvPr/>
              </p14:nvContentPartPr>
              <p14:xfrm>
                <a:off x="897560" y="5625730"/>
                <a:ext cx="423360" cy="27504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097B5A37-4BA8-C591-A406-8ABF4061DA75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91440" y="5619610"/>
                  <a:ext cx="43560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A3EEC9CF-E5A2-D2FB-83F4-7F0B71D0989B}"/>
                    </a:ext>
                  </a:extLst>
                </p14:cNvPr>
                <p14:cNvContentPartPr/>
                <p14:nvPr/>
              </p14:nvContentPartPr>
              <p14:xfrm>
                <a:off x="818360" y="5270050"/>
                <a:ext cx="96120" cy="18504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A3EEC9CF-E5A2-D2FB-83F4-7F0B71D0989B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12240" y="5263930"/>
                  <a:ext cx="10836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E6476082-A888-2D06-112B-75ACF3923D78}"/>
                    </a:ext>
                  </a:extLst>
                </p14:cNvPr>
                <p14:cNvContentPartPr/>
                <p14:nvPr/>
              </p14:nvContentPartPr>
              <p14:xfrm>
                <a:off x="932480" y="5346370"/>
                <a:ext cx="84960" cy="12060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E6476082-A888-2D06-112B-75ACF3923D78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26360" y="5340250"/>
                  <a:ext cx="9720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02DF9398-24CB-538F-4C41-8A866D51C88C}"/>
                    </a:ext>
                  </a:extLst>
                </p14:cNvPr>
                <p14:cNvContentPartPr/>
                <p14:nvPr/>
              </p14:nvContentPartPr>
              <p14:xfrm>
                <a:off x="1060280" y="5346370"/>
                <a:ext cx="119520" cy="13572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02DF9398-24CB-538F-4C41-8A866D51C88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054160" y="5340250"/>
                  <a:ext cx="13176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9BED0CD2-38A9-D9BA-C932-017D9178E481}"/>
                    </a:ext>
                  </a:extLst>
                </p14:cNvPr>
                <p14:cNvContentPartPr/>
                <p14:nvPr/>
              </p14:nvContentPartPr>
              <p14:xfrm>
                <a:off x="1218320" y="5371570"/>
                <a:ext cx="82440" cy="11556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9BED0CD2-38A9-D9BA-C932-017D9178E481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212200" y="5365450"/>
                  <a:ext cx="9468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E07D2B05-08DF-CC14-9B99-039BD0A62280}"/>
                    </a:ext>
                  </a:extLst>
                </p14:cNvPr>
                <p14:cNvContentPartPr/>
                <p14:nvPr/>
              </p14:nvContentPartPr>
              <p14:xfrm>
                <a:off x="1325960" y="5378050"/>
                <a:ext cx="116640" cy="21852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E07D2B05-08DF-CC14-9B99-039BD0A62280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319840" y="5371930"/>
                  <a:ext cx="128880" cy="2307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Линейное пробирование (Linear Probing)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Формула: idx = (hash + i) % size, i = 0,1,2,...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Пример:</a:t>
            </a:r>
          </a:p>
          <a:p>
            <a:pPr>
              <a:defRPr sz="1800"/>
            </a:pPr>
            <a:r>
              <a:t>— хотим вставить в 2 → занято</a:t>
            </a:r>
          </a:p>
          <a:p>
            <a:pPr>
              <a:defRPr sz="1800"/>
            </a:pPr>
            <a:r>
              <a:t>— проверяем 3 → занято</a:t>
            </a:r>
          </a:p>
          <a:p>
            <a:pPr>
              <a:defRPr sz="1800"/>
            </a:pPr>
            <a:r>
              <a:t>— проверяем 4 → свободно → вставляем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Минус: кластеризация (длинные цепочки занятых ячеек)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27D7F24-26EA-C38F-A9EC-43032F960D42}"/>
                  </a:ext>
                </a:extLst>
              </p14:cNvPr>
              <p14:cNvContentPartPr/>
              <p14:nvPr/>
            </p14:nvContentPartPr>
            <p14:xfrm>
              <a:off x="1854080" y="1911250"/>
              <a:ext cx="291600" cy="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27D7F24-26EA-C38F-A9EC-43032F960D4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47960" y="1905130"/>
                <a:ext cx="30384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88EDE3C5-F5F7-7C45-DEA4-33EFB421824D}"/>
              </a:ext>
            </a:extLst>
          </p:cNvPr>
          <p:cNvGrpSpPr/>
          <p:nvPr/>
        </p:nvGrpSpPr>
        <p:grpSpPr>
          <a:xfrm>
            <a:off x="1001240" y="4844530"/>
            <a:ext cx="1303920" cy="671400"/>
            <a:chOff x="1001240" y="4844530"/>
            <a:chExt cx="1303920" cy="671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ECA9C3C-202C-B70F-78BD-AEC07AF7626E}"/>
                    </a:ext>
                  </a:extLst>
                </p14:cNvPr>
                <p14:cNvContentPartPr/>
                <p14:nvPr/>
              </p14:nvContentPartPr>
              <p14:xfrm>
                <a:off x="1001240" y="4844530"/>
                <a:ext cx="199080" cy="3675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ECA9C3C-202C-B70F-78BD-AEC07AF7626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95120" y="4838410"/>
                  <a:ext cx="211320" cy="37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1D44861-9121-D77F-7413-5094E7963EC4}"/>
                    </a:ext>
                  </a:extLst>
                </p14:cNvPr>
                <p14:cNvContentPartPr/>
                <p14:nvPr/>
              </p14:nvContentPartPr>
              <p14:xfrm>
                <a:off x="1271240" y="5111650"/>
                <a:ext cx="5760" cy="1026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1D44861-9121-D77F-7413-5094E7963EC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265120" y="5105530"/>
                  <a:ext cx="1800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1A69CC0-05B9-83FD-5597-08FF8974EBA5}"/>
                    </a:ext>
                  </a:extLst>
                </p14:cNvPr>
                <p14:cNvContentPartPr/>
                <p14:nvPr/>
              </p14:nvContentPartPr>
              <p14:xfrm>
                <a:off x="1295000" y="4984210"/>
                <a:ext cx="1440" cy="3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1A69CC0-05B9-83FD-5597-08FF8974EBA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288880" y="4978090"/>
                  <a:ext cx="1368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6BE9EDF9-BC68-A44D-01CF-A77BCA1015C4}"/>
                    </a:ext>
                  </a:extLst>
                </p14:cNvPr>
                <p14:cNvContentPartPr/>
                <p14:nvPr/>
              </p14:nvContentPartPr>
              <p14:xfrm>
                <a:off x="1407680" y="5027050"/>
                <a:ext cx="180000" cy="2257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6BE9EDF9-BC68-A44D-01CF-A77BCA1015C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401560" y="5020930"/>
                  <a:ext cx="19224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873E303-FD57-D5A0-EE7B-D64BEAF41291}"/>
                    </a:ext>
                  </a:extLst>
                </p14:cNvPr>
                <p14:cNvContentPartPr/>
                <p14:nvPr/>
              </p14:nvContentPartPr>
              <p14:xfrm>
                <a:off x="1675520" y="4908250"/>
                <a:ext cx="156240" cy="3754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873E303-FD57-D5A0-EE7B-D64BEAF4129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669400" y="4902130"/>
                  <a:ext cx="168480" cy="38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AB158CA-B396-C85F-E5E4-3C9C92BE7C23}"/>
                    </a:ext>
                  </a:extLst>
                </p14:cNvPr>
                <p14:cNvContentPartPr/>
                <p14:nvPr/>
              </p14:nvContentPartPr>
              <p14:xfrm>
                <a:off x="1561760" y="5105170"/>
                <a:ext cx="345240" cy="554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AB158CA-B396-C85F-E5E4-3C9C92BE7C2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555640" y="5099050"/>
                  <a:ext cx="35748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9E11A82-2000-5970-7CC6-6B237E97FA38}"/>
                    </a:ext>
                  </a:extLst>
                </p14:cNvPr>
                <p14:cNvContentPartPr/>
                <p14:nvPr/>
              </p14:nvContentPartPr>
              <p14:xfrm>
                <a:off x="2040560" y="4932010"/>
                <a:ext cx="264600" cy="5839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9E11A82-2000-5970-7CC6-6B237E97FA3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034440" y="4925890"/>
                  <a:ext cx="276840" cy="59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6F4F78E-FC7E-A909-1FCF-647E788A0A40}"/>
              </a:ext>
            </a:extLst>
          </p:cNvPr>
          <p:cNvGrpSpPr/>
          <p:nvPr/>
        </p:nvGrpSpPr>
        <p:grpSpPr>
          <a:xfrm>
            <a:off x="2431520" y="5105170"/>
            <a:ext cx="451800" cy="412200"/>
            <a:chOff x="2431520" y="5105170"/>
            <a:chExt cx="451800" cy="412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E378F238-44BD-C5BB-A004-E39D7EAE978C}"/>
                    </a:ext>
                  </a:extLst>
                </p14:cNvPr>
                <p14:cNvContentPartPr/>
                <p14:nvPr/>
              </p14:nvContentPartPr>
              <p14:xfrm>
                <a:off x="2431520" y="5105170"/>
                <a:ext cx="216360" cy="2883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E378F238-44BD-C5BB-A004-E39D7EAE978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425400" y="5099050"/>
                  <a:ext cx="22860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4B3C07AA-D92F-F599-09F5-8C4B67CF981A}"/>
                    </a:ext>
                  </a:extLst>
                </p14:cNvPr>
                <p14:cNvContentPartPr/>
                <p14:nvPr/>
              </p14:nvContentPartPr>
              <p14:xfrm>
                <a:off x="2749040" y="5154130"/>
                <a:ext cx="108720" cy="2376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4B3C07AA-D92F-F599-09F5-8C4B67CF981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742920" y="5148010"/>
                  <a:ext cx="12096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B6E0F10-9578-8F54-BAE6-103B9AA41E8D}"/>
                    </a:ext>
                  </a:extLst>
                </p14:cNvPr>
                <p14:cNvContentPartPr/>
                <p14:nvPr/>
              </p14:nvContentPartPr>
              <p14:xfrm>
                <a:off x="2869640" y="5391010"/>
                <a:ext cx="13680" cy="1263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B6E0F10-9578-8F54-BAE6-103B9AA41E8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863520" y="5384890"/>
                  <a:ext cx="25920" cy="13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401D371E-7EDE-C947-E8C7-516AE5FED2F2}"/>
              </a:ext>
            </a:extLst>
          </p:cNvPr>
          <p:cNvGrpSpPr/>
          <p:nvPr/>
        </p:nvGrpSpPr>
        <p:grpSpPr>
          <a:xfrm>
            <a:off x="3149360" y="5033890"/>
            <a:ext cx="736920" cy="780840"/>
            <a:chOff x="3149360" y="5033890"/>
            <a:chExt cx="736920" cy="780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8B85B3A-D67D-B88B-9EB1-316E1698842D}"/>
                    </a:ext>
                  </a:extLst>
                </p14:cNvPr>
                <p14:cNvContentPartPr/>
                <p14:nvPr/>
              </p14:nvContentPartPr>
              <p14:xfrm>
                <a:off x="3149360" y="5179690"/>
                <a:ext cx="145800" cy="2631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8B85B3A-D67D-B88B-9EB1-316E1698842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143240" y="5173570"/>
                  <a:ext cx="15804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A812212-E3F9-B6A1-6398-BFDA879CA7B2}"/>
                    </a:ext>
                  </a:extLst>
                </p14:cNvPr>
                <p14:cNvContentPartPr/>
                <p14:nvPr/>
              </p14:nvContentPartPr>
              <p14:xfrm>
                <a:off x="3415760" y="5148010"/>
                <a:ext cx="184680" cy="3650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A812212-E3F9-B6A1-6398-BFDA879CA7B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409640" y="5141890"/>
                  <a:ext cx="196920" cy="37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C17A2DB-CC13-B8A1-9BB4-68FD1D78FA5E}"/>
                    </a:ext>
                  </a:extLst>
                </p14:cNvPr>
                <p14:cNvContentPartPr/>
                <p14:nvPr/>
              </p14:nvContentPartPr>
              <p14:xfrm>
                <a:off x="3631760" y="5033890"/>
                <a:ext cx="254520" cy="7808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C17A2DB-CC13-B8A1-9BB4-68FD1D78FA5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625640" y="5027770"/>
                  <a:ext cx="266760" cy="793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6125C41B-DD70-D6EA-1A28-D1BB9E59EBAF}"/>
                  </a:ext>
                </a:extLst>
              </p14:cNvPr>
              <p14:cNvContentPartPr/>
              <p14:nvPr/>
            </p14:nvContentPartPr>
            <p14:xfrm>
              <a:off x="4438160" y="5067010"/>
              <a:ext cx="570600" cy="40896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6125C41B-DD70-D6EA-1A28-D1BB9E59EBAF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4432040" y="5060890"/>
                <a:ext cx="582840" cy="421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Квадратичное пробирование (Quadratic Probing)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Формула: idx = (hash + i²) % size</a:t>
            </a:r>
          </a:p>
          <a:p>
            <a:pPr>
              <a:defRPr sz="1800"/>
            </a:pPr>
            <a:r>
              <a:t>Шаги: +1, +4, +9, +16, ...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Цель — уменьшить кластеризацию и разнести элементы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Двойное хэширование (Double Hashing)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Шаг пробирования зависит от ключа</a:t>
            </a:r>
          </a:p>
          <a:p>
            <a:pPr>
              <a:defRPr sz="1800"/>
            </a:pPr>
            <a:r>
              <a:t>Формула: (hash1(key) + i * hash2(key)) % size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Плюс: самое равномерное распределение</a:t>
            </a:r>
          </a:p>
          <a:p>
            <a:pPr>
              <a:defRPr sz="1800"/>
            </a:pPr>
            <a:r>
              <a:t>Условие: hash2(key) ≠ 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Удаление элементов: проблема «дыр»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 попал в индекс 5</a:t>
            </a:r>
          </a:p>
          <a:p>
            <a:pPr>
              <a:defRPr sz="1800"/>
            </a:pPr>
            <a:r>
              <a:t>B хотел в 5, но встал в 6</a:t>
            </a:r>
          </a:p>
          <a:p>
            <a:pPr>
              <a:defRPr sz="1800"/>
            </a:pPr>
            <a:r>
              <a:t>Удаляем A → ячейка 5 пустая</a:t>
            </a:r>
          </a:p>
          <a:p>
            <a:pPr>
              <a:defRPr sz="1800"/>
            </a:pPr>
            <a:r>
              <a:t>Ищем B → останавливаемся на 5 → ошибка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Решение: маркер TOMBSTONE (DUMMY)</a:t>
            </a:r>
          </a:p>
          <a:p>
            <a:pPr>
              <a:defRPr sz="1800"/>
            </a:pPr>
            <a:r>
              <a:t>При поиске считаем как занято, при вставке — можно перезаписать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Сложность алгоритмов (Big 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Вставка: средняя O(1), худшая O(n)</a:t>
            </a:r>
          </a:p>
          <a:p>
            <a:pPr>
              <a:defRPr sz="1800"/>
            </a:pPr>
            <a:r>
              <a:t>Поиск: средняя O(1), худшая O(n)</a:t>
            </a:r>
          </a:p>
          <a:p>
            <a:pPr>
              <a:defRPr sz="1800"/>
            </a:pPr>
            <a:r>
              <a:t>Удаление: средняя O(1), худшая O(n)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Ключевой фактор — Load Factor</a:t>
            </a:r>
          </a:p>
          <a:p>
            <a:pPr>
              <a:defRPr sz="1800"/>
            </a:pPr>
            <a:r>
              <a:t>При заполнении ~70–80% требуется rehashing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6F2EC40-3B95-092E-D24A-6DDD492C2BDA}"/>
                  </a:ext>
                </a:extLst>
              </p14:cNvPr>
              <p14:cNvContentPartPr/>
              <p14:nvPr/>
            </p14:nvContentPartPr>
            <p14:xfrm>
              <a:off x="4202360" y="2958850"/>
              <a:ext cx="290160" cy="3074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6F2EC40-3B95-092E-D24A-6DDD492C2BD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96240" y="2952730"/>
                <a:ext cx="302400" cy="319680"/>
              </a:xfrm>
              <a:prstGeom prst="rect">
                <a:avLst/>
              </a:prstGeom>
            </p:spPr>
          </p:pic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F8003693-300A-8675-C02D-E280364A5602}"/>
              </a:ext>
            </a:extLst>
          </p:cNvPr>
          <p:cNvGrpSpPr/>
          <p:nvPr/>
        </p:nvGrpSpPr>
        <p:grpSpPr>
          <a:xfrm>
            <a:off x="893240" y="4323970"/>
            <a:ext cx="575640" cy="427320"/>
            <a:chOff x="893240" y="4323970"/>
            <a:chExt cx="575640" cy="427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185EAF8-B4DF-EB3A-D63B-EC18B5A02B66}"/>
                    </a:ext>
                  </a:extLst>
                </p14:cNvPr>
                <p14:cNvContentPartPr/>
                <p14:nvPr/>
              </p14:nvContentPartPr>
              <p14:xfrm>
                <a:off x="893240" y="4323970"/>
                <a:ext cx="312480" cy="4273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185EAF8-B4DF-EB3A-D63B-EC18B5A02B6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87120" y="4317850"/>
                  <a:ext cx="324720" cy="43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CA4C6279-D338-6AAC-356B-67C4B4601F48}"/>
                    </a:ext>
                  </a:extLst>
                </p14:cNvPr>
                <p14:cNvContentPartPr/>
                <p14:nvPr/>
              </p14:nvContentPartPr>
              <p14:xfrm>
                <a:off x="1282400" y="4552210"/>
                <a:ext cx="186480" cy="111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CA4C6279-D338-6AAC-356B-67C4B4601F4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276280" y="4546090"/>
                  <a:ext cx="1987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AC9BBA9E-C47B-9128-05B0-FBBD4460FA3C}"/>
                    </a:ext>
                  </a:extLst>
                </p14:cNvPr>
                <p14:cNvContentPartPr/>
                <p14:nvPr/>
              </p14:nvContentPartPr>
              <p14:xfrm>
                <a:off x="1263320" y="4660570"/>
                <a:ext cx="164880" cy="194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AC9BBA9E-C47B-9128-05B0-FBBD4460FA3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257200" y="4654450"/>
                  <a:ext cx="177120" cy="3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E7014BF-2704-60FF-5896-B20B3086B294}"/>
              </a:ext>
            </a:extLst>
          </p:cNvPr>
          <p:cNvGrpSpPr/>
          <p:nvPr/>
        </p:nvGrpSpPr>
        <p:grpSpPr>
          <a:xfrm>
            <a:off x="1746080" y="4118050"/>
            <a:ext cx="742680" cy="542880"/>
            <a:chOff x="1746080" y="4118050"/>
            <a:chExt cx="742680" cy="542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C417BE2-C353-5B98-6AFB-F666D6CD26F8}"/>
                    </a:ext>
                  </a:extLst>
                </p14:cNvPr>
                <p14:cNvContentPartPr/>
                <p14:nvPr/>
              </p14:nvContentPartPr>
              <p14:xfrm>
                <a:off x="2044160" y="4118050"/>
                <a:ext cx="338760" cy="4442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C417BE2-C353-5B98-6AFB-F666D6CD26F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038040" y="4111930"/>
                  <a:ext cx="351000" cy="45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64316695-21AF-B992-CC76-E7A348947965}"/>
                    </a:ext>
                  </a:extLst>
                </p14:cNvPr>
                <p14:cNvContentPartPr/>
                <p14:nvPr/>
              </p14:nvContentPartPr>
              <p14:xfrm>
                <a:off x="1746080" y="4641490"/>
                <a:ext cx="742680" cy="194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64316695-21AF-B992-CC76-E7A34894796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739960" y="4635370"/>
                  <a:ext cx="754920" cy="3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6974CDE-469B-4182-828D-ADCB2B6879AD}"/>
              </a:ext>
            </a:extLst>
          </p:cNvPr>
          <p:cNvGrpSpPr/>
          <p:nvPr/>
        </p:nvGrpSpPr>
        <p:grpSpPr>
          <a:xfrm>
            <a:off x="1793240" y="4799170"/>
            <a:ext cx="631800" cy="302040"/>
            <a:chOff x="1793240" y="4799170"/>
            <a:chExt cx="631800" cy="302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252F6E7-1A95-D8EC-3333-714E51C59006}"/>
                    </a:ext>
                  </a:extLst>
                </p14:cNvPr>
                <p14:cNvContentPartPr/>
                <p14:nvPr/>
              </p14:nvContentPartPr>
              <p14:xfrm>
                <a:off x="1793240" y="4799170"/>
                <a:ext cx="131040" cy="2768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252F6E7-1A95-D8EC-3333-714E51C5900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787120" y="4793050"/>
                  <a:ext cx="14328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7A80CD3-BBF8-C666-D400-B6A20409A56F}"/>
                    </a:ext>
                  </a:extLst>
                </p14:cNvPr>
                <p14:cNvContentPartPr/>
                <p14:nvPr/>
              </p14:nvContentPartPr>
              <p14:xfrm>
                <a:off x="2031560" y="4952530"/>
                <a:ext cx="14400" cy="1022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7A80CD3-BBF8-C666-D400-B6A20409A56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025440" y="4946410"/>
                  <a:ext cx="2664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05833808-98BC-7CE9-16BC-744A3F8FF74C}"/>
                    </a:ext>
                  </a:extLst>
                </p14:cNvPr>
                <p14:cNvContentPartPr/>
                <p14:nvPr/>
              </p14:nvContentPartPr>
              <p14:xfrm>
                <a:off x="2050640" y="4895650"/>
                <a:ext cx="6840" cy="3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05833808-98BC-7CE9-16BC-744A3F8FF74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044520" y="4889530"/>
                  <a:ext cx="1908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5F78FC2-0E75-A973-5904-464F311F45AA}"/>
                    </a:ext>
                  </a:extLst>
                </p14:cNvPr>
                <p14:cNvContentPartPr/>
                <p14:nvPr/>
              </p14:nvContentPartPr>
              <p14:xfrm>
                <a:off x="2149640" y="4895650"/>
                <a:ext cx="91080" cy="1666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5F78FC2-0E75-A973-5904-464F311F45A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143520" y="4889530"/>
                  <a:ext cx="10332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8ACB890-D8BE-E881-C6EF-4D017C10C0D8}"/>
                    </a:ext>
                  </a:extLst>
                </p14:cNvPr>
                <p14:cNvContentPartPr/>
                <p14:nvPr/>
              </p14:nvContentPartPr>
              <p14:xfrm>
                <a:off x="2139560" y="4984210"/>
                <a:ext cx="96480" cy="118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8ACB890-D8BE-E881-C6EF-4D017C10C0D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133440" y="4978090"/>
                  <a:ext cx="10872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1FDDA6A-8149-197F-D773-3A33EBDF2B6A}"/>
                    </a:ext>
                  </a:extLst>
                </p14:cNvPr>
                <p14:cNvContentPartPr/>
                <p14:nvPr/>
              </p14:nvContentPartPr>
              <p14:xfrm>
                <a:off x="2304800" y="4909690"/>
                <a:ext cx="120240" cy="1915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1FDDA6A-8149-197F-D773-3A33EBDF2B6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298680" y="4903570"/>
                  <a:ext cx="132480" cy="203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54A54C53-5565-E43F-D444-19A0A90264B9}"/>
                  </a:ext>
                </a:extLst>
              </p14:cNvPr>
              <p14:cNvContentPartPr/>
              <p14:nvPr/>
            </p14:nvContentPartPr>
            <p14:xfrm>
              <a:off x="2552480" y="4381210"/>
              <a:ext cx="56520" cy="1368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54A54C53-5565-E43F-D444-19A0A90264B9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546360" y="4375090"/>
                <a:ext cx="68760" cy="25920"/>
              </a:xfrm>
              <a:prstGeom prst="rect">
                <a:avLst/>
              </a:prstGeom>
            </p:spPr>
          </p:pic>
        </mc:Fallback>
      </mc:AlternateContent>
      <p:grpSp>
        <p:nvGrpSpPr>
          <p:cNvPr id="32" name="Group 31">
            <a:extLst>
              <a:ext uri="{FF2B5EF4-FFF2-40B4-BE49-F238E27FC236}">
                <a16:creationId xmlns:a16="http://schemas.microsoft.com/office/drawing/2014/main" id="{4B448FB0-B22E-1816-902F-2096BBD01B7F}"/>
              </a:ext>
            </a:extLst>
          </p:cNvPr>
          <p:cNvGrpSpPr/>
          <p:nvPr/>
        </p:nvGrpSpPr>
        <p:grpSpPr>
          <a:xfrm>
            <a:off x="2776040" y="4249450"/>
            <a:ext cx="1395720" cy="398880"/>
            <a:chOff x="2776040" y="4249450"/>
            <a:chExt cx="1395720" cy="398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9386CED-74EB-9397-82F4-77E0C15074C6}"/>
                    </a:ext>
                  </a:extLst>
                </p14:cNvPr>
                <p14:cNvContentPartPr/>
                <p14:nvPr/>
              </p14:nvContentPartPr>
              <p14:xfrm>
                <a:off x="2776040" y="4312090"/>
                <a:ext cx="136080" cy="3362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9386CED-74EB-9397-82F4-77E0C15074C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769920" y="4305970"/>
                  <a:ext cx="148320" cy="34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B9B1B68-7C73-B503-7D29-70982FF05159}"/>
                    </a:ext>
                  </a:extLst>
                </p14:cNvPr>
                <p14:cNvContentPartPr/>
                <p14:nvPr/>
              </p14:nvContentPartPr>
              <p14:xfrm>
                <a:off x="2963240" y="4313890"/>
                <a:ext cx="127080" cy="1328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B9B1B68-7C73-B503-7D29-70982FF0515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957120" y="4307770"/>
                  <a:ext cx="13932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E980494-BF05-211C-492E-9964DA19FD18}"/>
                    </a:ext>
                  </a:extLst>
                </p14:cNvPr>
                <p14:cNvContentPartPr/>
                <p14:nvPr/>
              </p14:nvContentPartPr>
              <p14:xfrm>
                <a:off x="3149720" y="4285810"/>
                <a:ext cx="13320" cy="1648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E980494-BF05-211C-492E-9964DA19FD1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143600" y="4279690"/>
                  <a:ext cx="2556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CB0B126-7541-FD00-49D0-00349FFF17B7}"/>
                    </a:ext>
                  </a:extLst>
                </p14:cNvPr>
                <p14:cNvContentPartPr/>
                <p14:nvPr/>
              </p14:nvContentPartPr>
              <p14:xfrm>
                <a:off x="3155840" y="4392370"/>
                <a:ext cx="86760" cy="399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CB0B126-7541-FD00-49D0-00349FFF17B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149720" y="4386250"/>
                  <a:ext cx="9900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89C0C5E-509F-F97D-40D8-DDFFACA6CCEB}"/>
                    </a:ext>
                  </a:extLst>
                </p14:cNvPr>
                <p14:cNvContentPartPr/>
                <p14:nvPr/>
              </p14:nvContentPartPr>
              <p14:xfrm>
                <a:off x="3257000" y="4298770"/>
                <a:ext cx="6840" cy="1332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89C0C5E-509F-F97D-40D8-DDFFACA6CCE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250880" y="4292650"/>
                  <a:ext cx="1908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BE1C603-9B74-4A05-53F2-767AB704D59D}"/>
                    </a:ext>
                  </a:extLst>
                </p14:cNvPr>
                <p14:cNvContentPartPr/>
                <p14:nvPr/>
              </p14:nvContentPartPr>
              <p14:xfrm>
                <a:off x="3282560" y="4249450"/>
                <a:ext cx="238320" cy="2160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BE1C603-9B74-4A05-53F2-767AB704D59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276440" y="4243330"/>
                  <a:ext cx="25056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48B8A85-1CD6-D34E-CD6C-9CDFA15A6905}"/>
                    </a:ext>
                  </a:extLst>
                </p14:cNvPr>
                <p14:cNvContentPartPr/>
                <p14:nvPr/>
              </p14:nvContentPartPr>
              <p14:xfrm>
                <a:off x="3587480" y="4298770"/>
                <a:ext cx="12960" cy="1904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48B8A85-1CD6-D34E-CD6C-9CDFA15A690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581360" y="4292650"/>
                  <a:ext cx="2520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1FDCC6C-A2A9-69EB-2F05-77D3AEAE869B}"/>
                    </a:ext>
                  </a:extLst>
                </p14:cNvPr>
                <p14:cNvContentPartPr/>
                <p14:nvPr/>
              </p14:nvContentPartPr>
              <p14:xfrm>
                <a:off x="3536720" y="4330090"/>
                <a:ext cx="126720" cy="198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1FDCC6C-A2A9-69EB-2F05-77D3AEAE869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530600" y="4323970"/>
                  <a:ext cx="13896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2E683EB-70D0-A67E-49D1-4BF67853DC7D}"/>
                    </a:ext>
                  </a:extLst>
                </p14:cNvPr>
                <p14:cNvContentPartPr/>
                <p14:nvPr/>
              </p14:nvContentPartPr>
              <p14:xfrm>
                <a:off x="3739760" y="4279330"/>
                <a:ext cx="121320" cy="2232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2E683EB-70D0-A67E-49D1-4BF67853DC7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733640" y="4273210"/>
                  <a:ext cx="13356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732831B-295A-3F98-CA37-1C570A605916}"/>
                    </a:ext>
                  </a:extLst>
                </p14:cNvPr>
                <p14:cNvContentPartPr/>
                <p14:nvPr/>
              </p14:nvContentPartPr>
              <p14:xfrm>
                <a:off x="3860720" y="4265650"/>
                <a:ext cx="55080" cy="2574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732831B-295A-3F98-CA37-1C570A60591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854600" y="4259530"/>
                  <a:ext cx="6732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A471873-ED77-321A-3E8E-0D648A5204C9}"/>
                    </a:ext>
                  </a:extLst>
                </p14:cNvPr>
                <p14:cNvContentPartPr/>
                <p14:nvPr/>
              </p14:nvContentPartPr>
              <p14:xfrm>
                <a:off x="4019120" y="4249450"/>
                <a:ext cx="152640" cy="2520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A471873-ED77-321A-3E8E-0D648A5204C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013000" y="4243330"/>
                  <a:ext cx="164880" cy="264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EB1980D5-31AA-9DF3-E50E-BA5DA42CA44E}"/>
              </a:ext>
            </a:extLst>
          </p:cNvPr>
          <p:cNvGrpSpPr/>
          <p:nvPr/>
        </p:nvGrpSpPr>
        <p:grpSpPr>
          <a:xfrm>
            <a:off x="2603240" y="4920850"/>
            <a:ext cx="1303560" cy="266040"/>
            <a:chOff x="2603240" y="4920850"/>
            <a:chExt cx="1303560" cy="266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FC5D597-CC9C-ACDC-59AC-0AACD9F0BF9A}"/>
                    </a:ext>
                  </a:extLst>
                </p14:cNvPr>
                <p14:cNvContentPartPr/>
                <p14:nvPr/>
              </p14:nvContentPartPr>
              <p14:xfrm>
                <a:off x="2603240" y="5047930"/>
                <a:ext cx="164880" cy="3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FC5D597-CC9C-ACDC-59AC-0AACD9F0BF9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597120" y="5041810"/>
                  <a:ext cx="17712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870D8465-692A-DE14-866F-652D9BE2DAB2}"/>
                    </a:ext>
                  </a:extLst>
                </p14:cNvPr>
                <p14:cNvContentPartPr/>
                <p14:nvPr/>
              </p14:nvContentPartPr>
              <p14:xfrm>
                <a:off x="2892680" y="4920850"/>
                <a:ext cx="117720" cy="2052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870D8465-692A-DE14-866F-652D9BE2DAB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886560" y="4914730"/>
                  <a:ext cx="12996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65642E9E-70B0-6FFF-8C30-9C88D12119CD}"/>
                    </a:ext>
                  </a:extLst>
                </p14:cNvPr>
                <p14:cNvContentPartPr/>
                <p14:nvPr/>
              </p14:nvContentPartPr>
              <p14:xfrm>
                <a:off x="2926880" y="5049730"/>
                <a:ext cx="189000" cy="1137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65642E9E-70B0-6FFF-8C30-9C88D12119C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920760" y="5043610"/>
                  <a:ext cx="20124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BDC2742-91C9-862D-36DB-4B832D154FBB}"/>
                    </a:ext>
                  </a:extLst>
                </p14:cNvPr>
                <p14:cNvContentPartPr/>
                <p14:nvPr/>
              </p14:nvContentPartPr>
              <p14:xfrm>
                <a:off x="3153680" y="4961170"/>
                <a:ext cx="99000" cy="1850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CBDC2742-91C9-862D-36DB-4B832D154FBB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147560" y="4955050"/>
                  <a:ext cx="11124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DAFEDE3D-B26B-2528-48ED-0FF6F3BF91D5}"/>
                    </a:ext>
                  </a:extLst>
                </p14:cNvPr>
                <p14:cNvContentPartPr/>
                <p14:nvPr/>
              </p14:nvContentPartPr>
              <p14:xfrm>
                <a:off x="3301640" y="4968730"/>
                <a:ext cx="122040" cy="1810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DAFEDE3D-B26B-2528-48ED-0FF6F3BF91D5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295520" y="4962610"/>
                  <a:ext cx="13428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3B2C3019-97C7-DB6F-1D05-1407B75AEBD1}"/>
                    </a:ext>
                  </a:extLst>
                </p14:cNvPr>
                <p14:cNvContentPartPr/>
                <p14:nvPr/>
              </p14:nvContentPartPr>
              <p14:xfrm>
                <a:off x="3492080" y="5098690"/>
                <a:ext cx="82080" cy="133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3B2C3019-97C7-DB6F-1D05-1407B75AEBD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485960" y="5092570"/>
                  <a:ext cx="9432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C8EC4A56-36A5-A786-A5A2-15AD262BDB8F}"/>
                    </a:ext>
                  </a:extLst>
                </p14:cNvPr>
                <p14:cNvContentPartPr/>
                <p14:nvPr/>
              </p14:nvContentPartPr>
              <p14:xfrm>
                <a:off x="3613040" y="4929850"/>
                <a:ext cx="122040" cy="2404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C8EC4A56-36A5-A786-A5A2-15AD262BDB8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606920" y="4923730"/>
                  <a:ext cx="13428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723E2888-27EA-0B0A-B65F-C1A948044D12}"/>
                    </a:ext>
                  </a:extLst>
                </p14:cNvPr>
                <p14:cNvContentPartPr/>
                <p14:nvPr/>
              </p14:nvContentPartPr>
              <p14:xfrm>
                <a:off x="3809240" y="5032090"/>
                <a:ext cx="97560" cy="1548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723E2888-27EA-0B0A-B65F-C1A948044D1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803120" y="5025970"/>
                  <a:ext cx="109800" cy="167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AFCAC5C8-7B0B-C287-2799-56D69DDA6C12}"/>
              </a:ext>
            </a:extLst>
          </p:cNvPr>
          <p:cNvGrpSpPr/>
          <p:nvPr/>
        </p:nvGrpSpPr>
        <p:grpSpPr>
          <a:xfrm>
            <a:off x="4120640" y="4933810"/>
            <a:ext cx="1211040" cy="306360"/>
            <a:chOff x="4120640" y="4933810"/>
            <a:chExt cx="1211040" cy="306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D9C466E7-E679-DE45-D477-A1EAFCF5FAEE}"/>
                    </a:ext>
                  </a:extLst>
                </p14:cNvPr>
                <p14:cNvContentPartPr/>
                <p14:nvPr/>
              </p14:nvContentPartPr>
              <p14:xfrm>
                <a:off x="4120640" y="4946770"/>
                <a:ext cx="116280" cy="2934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D9C466E7-E679-DE45-D477-A1EAFCF5FAEE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114520" y="4940650"/>
                  <a:ext cx="12852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B2F8E0EB-3966-6D3C-974E-A24DA7777175}"/>
                    </a:ext>
                  </a:extLst>
                </p14:cNvPr>
                <p14:cNvContentPartPr/>
                <p14:nvPr/>
              </p14:nvContentPartPr>
              <p14:xfrm>
                <a:off x="4322600" y="4997170"/>
                <a:ext cx="123840" cy="1861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2F8E0EB-3966-6D3C-974E-A24DA777717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316480" y="4991050"/>
                  <a:ext cx="13608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C08E350-12FE-3A85-A049-4D72E6CDE62C}"/>
                    </a:ext>
                  </a:extLst>
                </p14:cNvPr>
                <p14:cNvContentPartPr/>
                <p14:nvPr/>
              </p14:nvContentPartPr>
              <p14:xfrm>
                <a:off x="4526720" y="5027050"/>
                <a:ext cx="111240" cy="2005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C08E350-12FE-3A85-A049-4D72E6CDE62C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520600" y="5020930"/>
                  <a:ext cx="12348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F87A80DE-C447-2C18-A38B-0F5A3FB24CEC}"/>
                    </a:ext>
                  </a:extLst>
                </p14:cNvPr>
                <p14:cNvContentPartPr/>
                <p14:nvPr/>
              </p14:nvContentPartPr>
              <p14:xfrm>
                <a:off x="4679720" y="4933810"/>
                <a:ext cx="94320" cy="2379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F87A80DE-C447-2C18-A38B-0F5A3FB24CE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673600" y="4927690"/>
                  <a:ext cx="10656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B0C8351E-BBCF-43E4-F2AA-CCF0227FC621}"/>
                    </a:ext>
                  </a:extLst>
                </p14:cNvPr>
                <p14:cNvContentPartPr/>
                <p14:nvPr/>
              </p14:nvContentPartPr>
              <p14:xfrm>
                <a:off x="4749560" y="5098690"/>
                <a:ext cx="42840" cy="777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B0C8351E-BBCF-43E4-F2AA-CCF0227FC621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743440" y="5092570"/>
                  <a:ext cx="5508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946C690-EF4D-6F23-6B17-36FD09FC1DA5}"/>
                    </a:ext>
                  </a:extLst>
                </p14:cNvPr>
                <p14:cNvContentPartPr/>
                <p14:nvPr/>
              </p14:nvContentPartPr>
              <p14:xfrm>
                <a:off x="4806800" y="4987450"/>
                <a:ext cx="126720" cy="2019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946C690-EF4D-6F23-6B17-36FD09FC1DA5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800680" y="4981330"/>
                  <a:ext cx="13896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212962A8-8827-263E-C5ED-3070609C34F8}"/>
                    </a:ext>
                  </a:extLst>
                </p14:cNvPr>
                <p14:cNvContentPartPr/>
                <p14:nvPr/>
              </p14:nvContentPartPr>
              <p14:xfrm>
                <a:off x="5022440" y="4946410"/>
                <a:ext cx="114120" cy="2491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212962A8-8827-263E-C5ED-3070609C34F8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016320" y="4940290"/>
                  <a:ext cx="12636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6BEBB18-7237-8F96-6503-B03F4558D933}"/>
                    </a:ext>
                  </a:extLst>
                </p14:cNvPr>
                <p14:cNvContentPartPr/>
                <p14:nvPr/>
              </p14:nvContentPartPr>
              <p14:xfrm>
                <a:off x="5009840" y="5092210"/>
                <a:ext cx="167040" cy="396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6BEBB18-7237-8F96-6503-B03F4558D933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003720" y="5086090"/>
                  <a:ext cx="17928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AB6E9456-E4B1-E842-F71B-991C57C6869F}"/>
                    </a:ext>
                  </a:extLst>
                </p14:cNvPr>
                <p14:cNvContentPartPr/>
                <p14:nvPr/>
              </p14:nvContentPartPr>
              <p14:xfrm>
                <a:off x="5251400" y="4967650"/>
                <a:ext cx="80280" cy="2008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AB6E9456-E4B1-E842-F71B-991C57C6869F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245280" y="4961530"/>
                  <a:ext cx="92520" cy="21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BADD2146-0ADC-AFCC-A969-5B552258514F}"/>
              </a:ext>
            </a:extLst>
          </p:cNvPr>
          <p:cNvGrpSpPr/>
          <p:nvPr/>
        </p:nvGrpSpPr>
        <p:grpSpPr>
          <a:xfrm>
            <a:off x="1060280" y="5808610"/>
            <a:ext cx="647280" cy="326520"/>
            <a:chOff x="1060280" y="5808610"/>
            <a:chExt cx="647280" cy="326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8FB8DAF7-2324-DA48-7CFB-4B973EFF9EC5}"/>
                    </a:ext>
                  </a:extLst>
                </p14:cNvPr>
                <p14:cNvContentPartPr/>
                <p14:nvPr/>
              </p14:nvContentPartPr>
              <p14:xfrm>
                <a:off x="1060280" y="5808610"/>
                <a:ext cx="141480" cy="1868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8FB8DAF7-2324-DA48-7CFB-4B973EFF9EC5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54160" y="5802490"/>
                  <a:ext cx="15372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181D4203-FEF0-A2BC-215D-13573A73A091}"/>
                    </a:ext>
                  </a:extLst>
                </p14:cNvPr>
                <p14:cNvContentPartPr/>
                <p14:nvPr/>
              </p14:nvContentPartPr>
              <p14:xfrm>
                <a:off x="1238840" y="5955850"/>
                <a:ext cx="50040" cy="1792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181D4203-FEF0-A2BC-215D-13573A73A091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232720" y="5949730"/>
                  <a:ext cx="6228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91385B64-D84C-E3A3-77A1-BEE3058EEC3F}"/>
                    </a:ext>
                  </a:extLst>
                </p14:cNvPr>
                <p14:cNvContentPartPr/>
                <p14:nvPr/>
              </p14:nvContentPartPr>
              <p14:xfrm>
                <a:off x="1320560" y="5822650"/>
                <a:ext cx="139320" cy="75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91385B64-D84C-E3A3-77A1-BEE3058EEC3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314440" y="5816530"/>
                  <a:ext cx="15156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A7C84052-E993-B68C-00EB-437E92B98D46}"/>
                    </a:ext>
                  </a:extLst>
                </p14:cNvPr>
                <p14:cNvContentPartPr/>
                <p14:nvPr/>
              </p14:nvContentPartPr>
              <p14:xfrm>
                <a:off x="1436840" y="5828770"/>
                <a:ext cx="29880" cy="2563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A7C84052-E993-B68C-00EB-437E92B98D46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430720" y="5822650"/>
                  <a:ext cx="4212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F01E3B2-E844-EAEC-E464-532C92C7CC4D}"/>
                    </a:ext>
                  </a:extLst>
                </p14:cNvPr>
                <p14:cNvContentPartPr/>
                <p14:nvPr/>
              </p14:nvContentPartPr>
              <p14:xfrm>
                <a:off x="1409480" y="5932810"/>
                <a:ext cx="97560" cy="172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F01E3B2-E844-EAEC-E464-532C92C7CC4D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403360" y="5926690"/>
                  <a:ext cx="10980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E242F879-7DFE-8DEB-451C-1833E273C218}"/>
                    </a:ext>
                  </a:extLst>
                </p14:cNvPr>
                <p14:cNvContentPartPr/>
                <p14:nvPr/>
              </p14:nvContentPartPr>
              <p14:xfrm>
                <a:off x="1625120" y="5911570"/>
                <a:ext cx="82440" cy="136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E242F879-7DFE-8DEB-451C-1833E273C218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619000" y="5905450"/>
                  <a:ext cx="94680" cy="2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D66D08D6-A4CA-7B06-435F-075C402235D4}"/>
              </a:ext>
            </a:extLst>
          </p:cNvPr>
          <p:cNvGrpSpPr/>
          <p:nvPr/>
        </p:nvGrpSpPr>
        <p:grpSpPr>
          <a:xfrm>
            <a:off x="1909520" y="5828770"/>
            <a:ext cx="617400" cy="298080"/>
            <a:chOff x="1909520" y="5828770"/>
            <a:chExt cx="617400" cy="298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023567A6-0C7B-33F8-A8C7-D2924AD8A21B}"/>
                    </a:ext>
                  </a:extLst>
                </p14:cNvPr>
                <p14:cNvContentPartPr/>
                <p14:nvPr/>
              </p14:nvContentPartPr>
              <p14:xfrm>
                <a:off x="1909520" y="5833090"/>
                <a:ext cx="97560" cy="1598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023567A6-0C7B-33F8-A8C7-D2924AD8A21B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903400" y="5826970"/>
                  <a:ext cx="10980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8D581E3F-9C62-0037-711F-4BDB3CA2BAF9}"/>
                    </a:ext>
                  </a:extLst>
                </p14:cNvPr>
                <p14:cNvContentPartPr/>
                <p14:nvPr/>
              </p14:nvContentPartPr>
              <p14:xfrm>
                <a:off x="2063240" y="5987890"/>
                <a:ext cx="26280" cy="1389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8D581E3F-9C62-0037-711F-4BDB3CA2BAF9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057120" y="5981770"/>
                  <a:ext cx="3852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6BBB29DE-AE51-07E0-F234-E52379C57A20}"/>
                    </a:ext>
                  </a:extLst>
                </p14:cNvPr>
                <p14:cNvContentPartPr/>
                <p14:nvPr/>
              </p14:nvContentPartPr>
              <p14:xfrm>
                <a:off x="2139560" y="5841730"/>
                <a:ext cx="148680" cy="1774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6BBB29DE-AE51-07E0-F234-E52379C57A20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133440" y="5835610"/>
                  <a:ext cx="16092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B842CC0-17F7-3B34-D953-C1E0AF2ED01B}"/>
                    </a:ext>
                  </a:extLst>
                </p14:cNvPr>
                <p14:cNvContentPartPr/>
                <p14:nvPr/>
              </p14:nvContentPartPr>
              <p14:xfrm>
                <a:off x="2222000" y="5943970"/>
                <a:ext cx="88560" cy="61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B842CC0-17F7-3B34-D953-C1E0AF2ED01B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215880" y="5937850"/>
                  <a:ext cx="100800" cy="1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6BF253AF-F253-8DDE-BE4F-2F2FF5CD1537}"/>
                    </a:ext>
                  </a:extLst>
                </p14:cNvPr>
                <p14:cNvContentPartPr/>
                <p14:nvPr/>
              </p14:nvContentPartPr>
              <p14:xfrm>
                <a:off x="2357720" y="5835250"/>
                <a:ext cx="75600" cy="2563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6BF253AF-F253-8DDE-BE4F-2F2FF5CD1537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351600" y="5829130"/>
                  <a:ext cx="8784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72EB64D8-CF4B-41B9-FAF7-9AE3D5172133}"/>
                    </a:ext>
                  </a:extLst>
                </p14:cNvPr>
                <p14:cNvContentPartPr/>
                <p14:nvPr/>
              </p14:nvContentPartPr>
              <p14:xfrm>
                <a:off x="2412800" y="5828770"/>
                <a:ext cx="114120" cy="72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72EB64D8-CF4B-41B9-FAF7-9AE3D5172133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406680" y="5822650"/>
                  <a:ext cx="126360" cy="19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F80B524A-57E1-47FC-8B57-8AAEECB93C78}"/>
                  </a:ext>
                </a:extLst>
              </p14:cNvPr>
              <p14:cNvContentPartPr/>
              <p14:nvPr/>
            </p14:nvContentPartPr>
            <p14:xfrm>
              <a:off x="3460400" y="3562210"/>
              <a:ext cx="2012400" cy="3312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F80B524A-57E1-47FC-8B57-8AAEECB93C78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3454280" y="3556090"/>
                <a:ext cx="2024640" cy="45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Итоги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Хэш-таблица = массив + хэш-функция</a:t>
            </a:r>
          </a:p>
          <a:p>
            <a:pPr>
              <a:defRPr sz="1800"/>
            </a:pPr>
            <a:r>
              <a:t>Коллизии неизбежны, важно уметь их обрабатывать</a:t>
            </a:r>
          </a:p>
          <a:p>
            <a:pPr>
              <a:defRPr sz="1800"/>
            </a:pPr>
            <a:r>
              <a:t>Открытая адресация экономит память, но чувствительна к заполнению</a:t>
            </a:r>
          </a:p>
          <a:p>
            <a:pPr>
              <a:defRPr sz="1800"/>
            </a:pPr>
            <a:r>
              <a:t>dict в Python — высокооптимизированная хэш-таблица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473</Words>
  <Application>Microsoft Office PowerPoint</Application>
  <PresentationFormat>On-screen Show (4:3)</PresentationFormat>
  <Paragraphs>72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Хэш-таблицы: Устройство и алгоритмы</vt:lpstr>
      <vt:lpstr>Проблема поиска</vt:lpstr>
      <vt:lpstr>Что такое хэш-функция?</vt:lpstr>
      <vt:lpstr>От хэша к индексу (бакеты)</vt:lpstr>
      <vt:lpstr>Коллизии</vt:lpstr>
      <vt:lpstr>Открытая адресация (Open Addressing)</vt:lpstr>
      <vt:lpstr>Линейное пробирование (Linear Probing)</vt:lpstr>
      <vt:lpstr>Квадратичное пробирование (Quadratic Probing)</vt:lpstr>
      <vt:lpstr>Двойное хэширование (Double Hashing)</vt:lpstr>
      <vt:lpstr>Удаление элементов: проблема «дыр»</vt:lpstr>
      <vt:lpstr>Сложность алгоритмов (Big O)</vt:lpstr>
      <vt:lpstr>Итоги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Денис Серажетдинов</cp:lastModifiedBy>
  <cp:revision>2</cp:revision>
  <dcterms:created xsi:type="dcterms:W3CDTF">2013-01-27T09:14:16Z</dcterms:created>
  <dcterms:modified xsi:type="dcterms:W3CDTF">2026-01-29T08:12:53Z</dcterms:modified>
  <cp:category/>
</cp:coreProperties>
</file>