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8" r:id="rId4"/>
    <p:sldId id="272" r:id="rId5"/>
    <p:sldId id="273" r:id="rId6"/>
    <p:sldId id="263" r:id="rId7"/>
    <p:sldId id="258" r:id="rId8"/>
    <p:sldId id="259" r:id="rId9"/>
    <p:sldId id="260" r:id="rId10"/>
    <p:sldId id="261" r:id="rId11"/>
    <p:sldId id="275" r:id="rId12"/>
    <p:sldId id="276" r:id="rId13"/>
    <p:sldId id="277" r:id="rId14"/>
    <p:sldId id="278" r:id="rId15"/>
    <p:sldId id="279" r:id="rId16"/>
    <p:sldId id="280" r:id="rId17"/>
    <p:sldId id="281" r:id="rId18"/>
    <p:sldId id="282" r:id="rId19"/>
    <p:sldId id="274" r:id="rId20"/>
    <p:sldId id="283" r:id="rId21"/>
    <p:sldId id="284" r:id="rId22"/>
    <p:sldId id="285" r:id="rId23"/>
    <p:sldId id="286" r:id="rId24"/>
    <p:sldId id="287" r:id="rId25"/>
    <p:sldId id="288" r:id="rId26"/>
    <p:sldId id="262" r:id="rId27"/>
    <p:sldId id="264" r:id="rId28"/>
    <p:sldId id="270" r:id="rId29"/>
    <p:sldId id="271" r:id="rId3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0" autoAdjust="0"/>
    <p:restoredTop sz="94660"/>
  </p:normalViewPr>
  <p:slideViewPr>
    <p:cSldViewPr snapToGrid="0" snapToObjects="1">
      <p:cViewPr varScale="1">
        <p:scale>
          <a:sx n="151" d="100"/>
          <a:sy n="151" d="100"/>
        </p:scale>
        <p:origin x="2142" y="15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leetcode.com/problems/concatenation-of-array/description/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leetcode.com/problems/remove-element/description/" TargetMode="External"/><Relationship Id="rId2" Type="http://schemas.openxmlformats.org/officeDocument/2006/relationships/hyperlink" Target="https://leetcode.com/problems/move-zeroes/" TargetMode="Externa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 err="1"/>
              <a:t>Алгоритмы</a:t>
            </a:r>
            <a:r>
              <a:rPr dirty="0"/>
              <a:t> и </a:t>
            </a:r>
            <a:r>
              <a:rPr dirty="0" err="1"/>
              <a:t>структуры</a:t>
            </a:r>
            <a:r>
              <a:rPr dirty="0"/>
              <a:t> </a:t>
            </a:r>
            <a:r>
              <a:rPr dirty="0" err="1"/>
              <a:t>данных</a:t>
            </a:r>
            <a:endParaRPr dirty="0"/>
          </a:p>
          <a:p>
            <a:r>
              <a:rPr dirty="0" err="1"/>
              <a:t>Занятие</a:t>
            </a:r>
            <a:r>
              <a:rPr dirty="0"/>
              <a:t> </a:t>
            </a:r>
            <a:r>
              <a:rPr lang="ru-RU" dirty="0"/>
              <a:t>3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Метод двух указателей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Цели занятия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Познакомиться</a:t>
            </a:r>
            <a:r>
              <a:rPr dirty="0"/>
              <a:t> с </a:t>
            </a:r>
            <a:r>
              <a:rPr dirty="0" err="1"/>
              <a:t>методом</a:t>
            </a:r>
            <a:r>
              <a:rPr dirty="0"/>
              <a:t> </a:t>
            </a:r>
            <a:r>
              <a:rPr dirty="0" err="1"/>
              <a:t>двух</a:t>
            </a:r>
            <a:r>
              <a:rPr dirty="0"/>
              <a:t> </a:t>
            </a:r>
            <a:r>
              <a:rPr dirty="0" err="1"/>
              <a:t>указателей</a:t>
            </a:r>
            <a:endParaRPr lang="ru-RU" dirty="0"/>
          </a:p>
          <a:p>
            <a:r>
              <a:rPr lang="ru-RU" dirty="0"/>
              <a:t>Осознать главную идею метода</a:t>
            </a:r>
          </a:p>
          <a:p>
            <a:r>
              <a:rPr lang="ru-RU" dirty="0"/>
              <a:t>Понять в каких задачх он применяется</a:t>
            </a:r>
          </a:p>
          <a:p>
            <a:r>
              <a:rPr lang="ru-RU" dirty="0"/>
              <a:t>Отработать на несколькиз задачах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Практика на занятии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hlinkClick r:id="rId2"/>
              </a:rPr>
              <a:t>Concatenation of Array </a:t>
            </a:r>
            <a:r>
              <a:rPr dirty="0"/>
              <a:t>— </a:t>
            </a:r>
            <a:r>
              <a:rPr lang="ru-RU" dirty="0"/>
              <a:t>на решение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46CEF7-78CF-5CD7-7948-B635FD77F7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ED78F7-F619-1E46-5B6A-86AB08C60A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Популярность задач на собесах</a:t>
            </a:r>
            <a:endParaRPr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28BA1AD-7BE4-92A0-2B65-A38FBE9F4B2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1950" y="1600200"/>
            <a:ext cx="8180099" cy="4525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76175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Зачем нужен метод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dirty="0" err="1"/>
              <a:t>Наивные</a:t>
            </a:r>
            <a:r>
              <a:rPr dirty="0"/>
              <a:t> </a:t>
            </a:r>
            <a:r>
              <a:rPr dirty="0" err="1"/>
              <a:t>решения</a:t>
            </a:r>
            <a:r>
              <a:rPr dirty="0"/>
              <a:t> </a:t>
            </a:r>
            <a:r>
              <a:rPr dirty="0" err="1"/>
              <a:t>часто</a:t>
            </a:r>
            <a:r>
              <a:rPr dirty="0"/>
              <a:t> </a:t>
            </a:r>
            <a:r>
              <a:rPr dirty="0" err="1"/>
              <a:t>дают</a:t>
            </a:r>
            <a:r>
              <a:rPr dirty="0"/>
              <a:t> O(n²)</a:t>
            </a:r>
            <a:r>
              <a:rPr lang="ru-RU" dirty="0"/>
              <a:t> по сложности</a:t>
            </a:r>
          </a:p>
          <a:p>
            <a:r>
              <a:rPr lang="ru-RU" dirty="0"/>
              <a:t>Многие решения через хэш-таблицы – </a:t>
            </a:r>
            <a:r>
              <a:rPr lang="en-US" dirty="0"/>
              <a:t>O(N) </a:t>
            </a:r>
            <a:r>
              <a:rPr lang="ru-RU" dirty="0"/>
              <a:t>по памяти</a:t>
            </a:r>
            <a:endParaRPr dirty="0"/>
          </a:p>
          <a:p>
            <a:endParaRPr dirty="0"/>
          </a:p>
          <a:p>
            <a:pPr marL="0" indent="0">
              <a:buNone/>
            </a:pPr>
            <a:r>
              <a:rPr dirty="0" err="1"/>
              <a:t>Два</a:t>
            </a:r>
            <a:r>
              <a:rPr dirty="0"/>
              <a:t> </a:t>
            </a:r>
            <a:r>
              <a:rPr dirty="0" err="1"/>
              <a:t>указателя</a:t>
            </a:r>
            <a:r>
              <a:rPr dirty="0"/>
              <a:t> </a:t>
            </a:r>
            <a:r>
              <a:rPr dirty="0" err="1"/>
              <a:t>позволяют</a:t>
            </a:r>
            <a:r>
              <a:rPr dirty="0"/>
              <a:t>:</a:t>
            </a:r>
          </a:p>
          <a:p>
            <a:r>
              <a:rPr dirty="0" err="1"/>
              <a:t>убрать</a:t>
            </a:r>
            <a:r>
              <a:rPr dirty="0"/>
              <a:t> </a:t>
            </a:r>
            <a:r>
              <a:rPr dirty="0" err="1"/>
              <a:t>вложенные</a:t>
            </a:r>
            <a:r>
              <a:rPr dirty="0"/>
              <a:t> </a:t>
            </a:r>
            <a:r>
              <a:rPr dirty="0" err="1"/>
              <a:t>циклы</a:t>
            </a:r>
            <a:endParaRPr dirty="0"/>
          </a:p>
          <a:p>
            <a:r>
              <a:rPr dirty="0" err="1"/>
              <a:t>получить</a:t>
            </a:r>
            <a:r>
              <a:rPr dirty="0"/>
              <a:t> O(n)</a:t>
            </a:r>
            <a:r>
              <a:rPr lang="ru-RU" dirty="0"/>
              <a:t> по сложности</a:t>
            </a:r>
            <a:endParaRPr dirty="0"/>
          </a:p>
          <a:p>
            <a:r>
              <a:rPr dirty="0" err="1"/>
              <a:t>работать</a:t>
            </a:r>
            <a:r>
              <a:rPr dirty="0"/>
              <a:t> in-place</a:t>
            </a:r>
            <a:r>
              <a:rPr lang="ru-RU" dirty="0"/>
              <a:t>, т.е. </a:t>
            </a:r>
            <a:r>
              <a:rPr lang="en-US" dirty="0"/>
              <a:t>O(1) </a:t>
            </a:r>
            <a:r>
              <a:rPr lang="ru-RU" dirty="0"/>
              <a:t>по памяти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Типичный процесс решения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Понять условие</a:t>
            </a:r>
          </a:p>
          <a:p>
            <a:r>
              <a:t>2. Придумать тест-кейсы</a:t>
            </a:r>
          </a:p>
          <a:p>
            <a:r>
              <a:t>3. Наивное решение</a:t>
            </a:r>
          </a:p>
          <a:p>
            <a:r>
              <a:t>4. Оценка сложности</a:t>
            </a:r>
          </a:p>
          <a:p>
            <a:r>
              <a:t>5. Оптимизация → два указателя</a:t>
            </a:r>
          </a:p>
          <a:p>
            <a:r>
              <a:t>6. Код + проверка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Определение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М</a:t>
            </a:r>
            <a:r>
              <a:rPr dirty="0" err="1"/>
              <a:t>етод</a:t>
            </a:r>
            <a:r>
              <a:rPr dirty="0"/>
              <a:t> </a:t>
            </a:r>
            <a:r>
              <a:rPr dirty="0" err="1"/>
              <a:t>двух</a:t>
            </a:r>
            <a:r>
              <a:rPr dirty="0"/>
              <a:t> </a:t>
            </a:r>
            <a:r>
              <a:rPr dirty="0" err="1"/>
              <a:t>указателей</a:t>
            </a:r>
            <a:r>
              <a:rPr dirty="0"/>
              <a:t> — </a:t>
            </a:r>
            <a:r>
              <a:rPr dirty="0" err="1"/>
              <a:t>это</a:t>
            </a:r>
            <a:r>
              <a:rPr dirty="0"/>
              <a:t> </a:t>
            </a:r>
            <a:r>
              <a:rPr dirty="0" err="1"/>
              <a:t>приём</a:t>
            </a:r>
            <a:r>
              <a:rPr dirty="0"/>
              <a:t>,</a:t>
            </a:r>
            <a:r>
              <a:rPr lang="ru-RU" dirty="0"/>
              <a:t> </a:t>
            </a:r>
            <a:r>
              <a:rPr dirty="0" err="1"/>
              <a:t>при</a:t>
            </a:r>
            <a:r>
              <a:rPr dirty="0"/>
              <a:t> </a:t>
            </a:r>
            <a:r>
              <a:rPr dirty="0" err="1"/>
              <a:t>котором</a:t>
            </a:r>
            <a:r>
              <a:rPr dirty="0"/>
              <a:t> </a:t>
            </a:r>
            <a:r>
              <a:rPr dirty="0" err="1"/>
              <a:t>используются</a:t>
            </a:r>
            <a:r>
              <a:rPr dirty="0"/>
              <a:t> </a:t>
            </a:r>
            <a:r>
              <a:rPr dirty="0" err="1"/>
              <a:t>два</a:t>
            </a:r>
            <a:r>
              <a:rPr dirty="0"/>
              <a:t> </a:t>
            </a:r>
            <a:r>
              <a:rPr dirty="0" err="1"/>
              <a:t>индекса</a:t>
            </a:r>
            <a:r>
              <a:rPr dirty="0"/>
              <a:t>,</a:t>
            </a:r>
            <a:r>
              <a:rPr lang="ru-RU" dirty="0"/>
              <a:t> </a:t>
            </a:r>
            <a:r>
              <a:rPr dirty="0" err="1"/>
              <a:t>двигающиеся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массиву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строке</a:t>
            </a:r>
            <a:r>
              <a:rPr lang="ru-RU"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определённым</a:t>
            </a:r>
            <a:r>
              <a:rPr dirty="0"/>
              <a:t> </a:t>
            </a:r>
            <a:r>
              <a:rPr dirty="0" err="1"/>
              <a:t>правилам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Основные паттерны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1. С </a:t>
            </a:r>
            <a:r>
              <a:rPr dirty="0" err="1"/>
              <a:t>разных</a:t>
            </a:r>
            <a:r>
              <a:rPr dirty="0"/>
              <a:t> </a:t>
            </a:r>
            <a:r>
              <a:rPr dirty="0" err="1"/>
              <a:t>концов</a:t>
            </a:r>
            <a:r>
              <a:rPr dirty="0"/>
              <a:t> (left / right)</a:t>
            </a:r>
          </a:p>
          <a:p>
            <a:r>
              <a:rPr dirty="0"/>
              <a:t>2. В </a:t>
            </a:r>
            <a:r>
              <a:rPr dirty="0" err="1"/>
              <a:t>одном</a:t>
            </a:r>
            <a:r>
              <a:rPr dirty="0"/>
              <a:t> </a:t>
            </a:r>
            <a:r>
              <a:rPr dirty="0" err="1"/>
              <a:t>направлении</a:t>
            </a:r>
            <a:r>
              <a:rPr dirty="0"/>
              <a:t> (slow / fast)</a:t>
            </a:r>
          </a:p>
          <a:p>
            <a:r>
              <a:rPr dirty="0"/>
              <a:t>3. </a:t>
            </a:r>
            <a:r>
              <a:rPr dirty="0" err="1"/>
              <a:t>Сравнение</a:t>
            </a:r>
            <a:r>
              <a:rPr dirty="0"/>
              <a:t> </a:t>
            </a:r>
            <a:r>
              <a:rPr dirty="0" err="1"/>
              <a:t>соседних</a:t>
            </a:r>
            <a:r>
              <a:rPr dirty="0"/>
              <a:t> </a:t>
            </a:r>
            <a:r>
              <a:rPr dirty="0" err="1"/>
              <a:t>элементов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Когда применять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массивы</a:t>
            </a:r>
            <a:r>
              <a:rPr dirty="0"/>
              <a:t> и </a:t>
            </a:r>
            <a:r>
              <a:rPr dirty="0" err="1"/>
              <a:t>строки</a:t>
            </a:r>
            <a:endParaRPr dirty="0"/>
          </a:p>
          <a:p>
            <a:r>
              <a:rPr dirty="0" err="1"/>
              <a:t>задачи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пары</a:t>
            </a:r>
            <a:r>
              <a:rPr dirty="0"/>
              <a:t> </a:t>
            </a:r>
            <a:r>
              <a:rPr dirty="0" err="1"/>
              <a:t>элементов</a:t>
            </a:r>
            <a:endParaRPr dirty="0"/>
          </a:p>
          <a:p>
            <a:r>
              <a:rPr dirty="0" err="1"/>
              <a:t>требование</a:t>
            </a:r>
            <a:r>
              <a:rPr dirty="0"/>
              <a:t> O(1) </a:t>
            </a:r>
            <a:r>
              <a:rPr dirty="0" err="1"/>
              <a:t>памяти</a:t>
            </a:r>
            <a:endParaRPr dirty="0"/>
          </a:p>
          <a:p>
            <a:r>
              <a:rPr dirty="0" err="1"/>
              <a:t>возможность</a:t>
            </a:r>
            <a:r>
              <a:rPr dirty="0"/>
              <a:t> </a:t>
            </a:r>
            <a:r>
              <a:rPr dirty="0" err="1"/>
              <a:t>линейного</a:t>
            </a:r>
            <a:r>
              <a:rPr dirty="0"/>
              <a:t> </a:t>
            </a:r>
            <a:r>
              <a:rPr dirty="0" err="1"/>
              <a:t>прохода</a:t>
            </a: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 err="1"/>
              <a:t>Паттерн</a:t>
            </a:r>
            <a:r>
              <a:rPr dirty="0"/>
              <a:t>: </a:t>
            </a:r>
            <a:r>
              <a:rPr lang="ru-RU" dirty="0"/>
              <a:t>сравнение соседних элементов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dirty="0" err="1"/>
              <a:t>Примеры</a:t>
            </a:r>
            <a:r>
              <a:rPr dirty="0"/>
              <a:t> </a:t>
            </a:r>
            <a:r>
              <a:rPr dirty="0" err="1"/>
              <a:t>задач</a:t>
            </a:r>
            <a:r>
              <a:rPr dirty="0"/>
              <a:t>:</a:t>
            </a:r>
          </a:p>
          <a:p>
            <a:r>
              <a:rPr lang="ru-RU" dirty="0"/>
              <a:t>Слить вместе отсортированные массивы</a:t>
            </a:r>
          </a:p>
          <a:p>
            <a:r>
              <a:rPr lang="ru-RU" dirty="0"/>
              <a:t>Проверить есть ли повторяющиеся элементы в массиве</a:t>
            </a:r>
            <a:endParaRPr dirty="0"/>
          </a:p>
          <a:p>
            <a:endParaRPr dirty="0"/>
          </a:p>
          <a:p>
            <a:pPr marL="0" indent="0">
              <a:buNone/>
            </a:pPr>
            <a:r>
              <a:rPr dirty="0"/>
              <a:t>Идея:</a:t>
            </a:r>
          </a:p>
          <a:p>
            <a:r>
              <a:rPr dirty="0" err="1"/>
              <a:t>сравниваем</a:t>
            </a:r>
            <a:r>
              <a:rPr dirty="0"/>
              <a:t> </a:t>
            </a:r>
            <a:r>
              <a:rPr dirty="0" err="1"/>
              <a:t>элементы</a:t>
            </a:r>
            <a:r>
              <a:rPr dirty="0"/>
              <a:t>,</a:t>
            </a:r>
          </a:p>
          <a:p>
            <a:r>
              <a:rPr dirty="0" err="1"/>
              <a:t>двигаем</a:t>
            </a:r>
            <a:r>
              <a:rPr dirty="0"/>
              <a:t> </a:t>
            </a:r>
            <a:r>
              <a:rPr dirty="0" err="1"/>
              <a:t>указатели</a:t>
            </a: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270B32-BCA8-66EB-2082-782317AA36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1307D2-8FD1-287D-C07E-639D658537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 err="1"/>
              <a:t>Паттерн</a:t>
            </a:r>
            <a:r>
              <a:rPr dirty="0"/>
              <a:t>: </a:t>
            </a:r>
            <a:r>
              <a:rPr lang="ru-RU" dirty="0"/>
              <a:t>сравнение соседних элементов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6A6D48-AFC3-BC3E-0C82-6C074EC965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Задача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ru-RU" dirty="0"/>
              <a:t>Даны два отсортированных массива, необходимо получить третий отсортированный массив.</a:t>
            </a:r>
            <a:endParaRPr dirty="0"/>
          </a:p>
          <a:p>
            <a:pPr marL="0" indent="0"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048813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036404-ED86-AB5A-489C-6C22DC709E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09BC38-E3AB-0D35-5C1D-8AA76A8289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 err="1"/>
              <a:t>Паттерн</a:t>
            </a:r>
            <a:r>
              <a:rPr dirty="0"/>
              <a:t>: </a:t>
            </a:r>
            <a:r>
              <a:rPr lang="ru-RU" dirty="0"/>
              <a:t>сравнение соседних элементов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B76330-8DD0-8B69-3906-7EA0FBF37B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dirty="0"/>
              <a:t>Идея решения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ru-RU" dirty="0"/>
              <a:t>Будем последовательно заполнять результирующий массив минимальными значениями из двух исходных массивов. А раз массивы отсортированы по возрастанию, то минимальное значение находится в самом начале массива, и нам каждый раз нужно сравнивать оба этих первых значения для выявления наименьшего из них, а не искать минимум среди всех элементов обоих массивов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530595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CD53FA-248A-9E16-6B34-5DB90EB6BF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FCCC0-4CB8-F52E-CEDF-E0254414CD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 err="1"/>
              <a:t>Паттерн</a:t>
            </a:r>
            <a:r>
              <a:rPr dirty="0"/>
              <a:t>: </a:t>
            </a:r>
            <a:r>
              <a:rPr lang="ru-RU" dirty="0"/>
              <a:t>сравнение соседних элементов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613414-EA1B-EDDE-DE9F-D184EDAA34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52596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ru-RU" dirty="0"/>
              <a:t>Начальное состояние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1833B8F-ACFC-F342-D0FF-4118C20A2F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283" y="1976191"/>
            <a:ext cx="6879433" cy="4703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31269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5EB9E4-038E-2F1E-40A1-86B6617F75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2C9498-295D-BA80-A70B-E368A564E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 err="1"/>
              <a:t>Паттерн</a:t>
            </a:r>
            <a:r>
              <a:rPr dirty="0"/>
              <a:t>: </a:t>
            </a:r>
            <a:r>
              <a:rPr lang="ru-RU" dirty="0"/>
              <a:t>сравнение соседних элементов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4E0B6-B293-D1E1-1799-9314F87A50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52596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ru-RU" dirty="0"/>
              <a:t>Начинаем формировать результат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FB16B1E-8586-8FBF-D710-FC73AD5CA5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6751" y="1967345"/>
            <a:ext cx="6630497" cy="470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52709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485F08-ABC7-1F65-A4CD-75D53C6916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367FC9-42E6-07EA-A23A-89A39E92E1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 err="1"/>
              <a:t>Паттерн</a:t>
            </a:r>
            <a:r>
              <a:rPr dirty="0"/>
              <a:t>: </a:t>
            </a:r>
            <a:r>
              <a:rPr lang="ru-RU" dirty="0"/>
              <a:t>сравнение соседних элементов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942D2F-B166-160D-A033-44D0C8BDCE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52596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ru-RU" dirty="0"/>
              <a:t>Продолжаем формировать результат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AD24124-C3B4-9A07-8AAB-6CC630B265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7240" y="1939636"/>
            <a:ext cx="6669520" cy="4735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44371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B2E692-D346-70F7-6D23-316CBCE835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041113-11B2-1A3D-0168-D444CE1BAB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 err="1"/>
              <a:t>Паттерн</a:t>
            </a:r>
            <a:r>
              <a:rPr dirty="0"/>
              <a:t>: </a:t>
            </a:r>
            <a:r>
              <a:rPr lang="ru-RU" dirty="0"/>
              <a:t>сравнение соседних элементов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340697-F5D5-C8A7-E72C-D2AC782794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52596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ru-RU" dirty="0"/>
              <a:t>Финальная итерация результат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180538E-3537-CB70-59C0-9075C4BE20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6063" y="1948873"/>
            <a:ext cx="6831873" cy="4851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27241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BB7601-CAC2-EC87-DD52-C0B7367CFE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F14318-44CE-817B-3371-B9D614B015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 err="1"/>
              <a:t>Паттерн</a:t>
            </a:r>
            <a:r>
              <a:rPr dirty="0"/>
              <a:t>: </a:t>
            </a:r>
            <a:r>
              <a:rPr lang="ru-RU" dirty="0"/>
              <a:t>сравнение соседних элементов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65A406-D9A7-B252-5D74-074ED73030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52596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ru-RU" dirty="0"/>
              <a:t>Есть проблема</a:t>
            </a:r>
          </a:p>
          <a:p>
            <a:pPr marL="0" indent="0">
              <a:buNone/>
            </a:pPr>
            <a:r>
              <a:rPr lang="ru-RU" dirty="0"/>
              <a:t>Каждое удаление элемента из начала массива – </a:t>
            </a:r>
            <a:r>
              <a:rPr lang="en-US" dirty="0"/>
              <a:t>O(N). </a:t>
            </a:r>
            <a:r>
              <a:rPr lang="ru-RU" dirty="0"/>
              <a:t>То есть, общая сложность все еще </a:t>
            </a:r>
            <a:r>
              <a:rPr lang="en-US" dirty="0"/>
              <a:t>O(N^2)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Как решить проблему?</a:t>
            </a:r>
          </a:p>
          <a:p>
            <a:pPr marL="0" indent="0">
              <a:buNone/>
            </a:pPr>
            <a:r>
              <a:rPr lang="ru-RU" dirty="0"/>
              <a:t>Использовать индексы (что и предлагает нам метод двух </a:t>
            </a:r>
            <a:r>
              <a:rPr lang="ru-RU" b="1" dirty="0"/>
              <a:t>указателей</a:t>
            </a:r>
            <a:r>
              <a:rPr lang="ru-RU" dirty="0"/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12836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63AFD0-A5F5-F43C-0AA0-FB05E96A25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AB0679-1AF5-76F5-0135-418D8A95C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 err="1"/>
              <a:t>Паттерн</a:t>
            </a:r>
            <a:r>
              <a:rPr dirty="0"/>
              <a:t>: </a:t>
            </a:r>
            <a:r>
              <a:rPr lang="ru-RU" dirty="0"/>
              <a:t>сравнение соседних элементов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A46661-957A-CC93-8252-4504D7A8B6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52596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ru-RU" dirty="0"/>
              <a:t>Оптимальная версия (через индексы)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160DA45-0845-F44F-F5DC-0B02CB2619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0110" y="1930400"/>
            <a:ext cx="5763779" cy="4853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67559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86E54C-16D2-2825-96C8-7D77DDB444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25301A-DDF3-6BAB-FAC1-A0577FFAB6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Паттерн: left / right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2009C2-1482-BB45-7E5B-9AB3CE8182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 err="1"/>
              <a:t>Примеры</a:t>
            </a:r>
            <a:r>
              <a:rPr dirty="0"/>
              <a:t> </a:t>
            </a:r>
            <a:r>
              <a:rPr dirty="0" err="1"/>
              <a:t>задач</a:t>
            </a:r>
            <a:r>
              <a:rPr dirty="0"/>
              <a:t>:</a:t>
            </a:r>
          </a:p>
          <a:p>
            <a:r>
              <a:rPr lang="ru-RU" dirty="0"/>
              <a:t>П</a:t>
            </a:r>
            <a:r>
              <a:rPr dirty="0" err="1"/>
              <a:t>алиндром</a:t>
            </a:r>
            <a:endParaRPr dirty="0"/>
          </a:p>
          <a:p>
            <a:r>
              <a:rPr lang="en-US" dirty="0"/>
              <a:t>t</a:t>
            </a:r>
            <a:r>
              <a:rPr dirty="0"/>
              <a:t>wo sum в </a:t>
            </a:r>
            <a:r>
              <a:rPr dirty="0" err="1"/>
              <a:t>отсортированном</a:t>
            </a:r>
            <a:r>
              <a:rPr dirty="0"/>
              <a:t> </a:t>
            </a:r>
            <a:r>
              <a:rPr dirty="0" err="1"/>
              <a:t>массиве</a:t>
            </a:r>
            <a:endParaRPr dirty="0"/>
          </a:p>
          <a:p>
            <a:endParaRPr dirty="0"/>
          </a:p>
          <a:p>
            <a:pPr marL="0" indent="0">
              <a:buNone/>
            </a:pPr>
            <a:r>
              <a:rPr dirty="0"/>
              <a:t>Идея:</a:t>
            </a:r>
          </a:p>
          <a:p>
            <a:r>
              <a:rPr dirty="0" err="1"/>
              <a:t>сравниваем</a:t>
            </a:r>
            <a:r>
              <a:rPr dirty="0"/>
              <a:t> </a:t>
            </a:r>
            <a:r>
              <a:rPr dirty="0" err="1"/>
              <a:t>элементы</a:t>
            </a:r>
            <a:r>
              <a:rPr dirty="0"/>
              <a:t>,</a:t>
            </a:r>
          </a:p>
          <a:p>
            <a:r>
              <a:rPr dirty="0" err="1"/>
              <a:t>двигаем</a:t>
            </a:r>
            <a:r>
              <a:rPr dirty="0"/>
              <a:t> </a:t>
            </a:r>
            <a:r>
              <a:rPr dirty="0" err="1"/>
              <a:t>указатели</a:t>
            </a:r>
            <a:r>
              <a:rPr dirty="0"/>
              <a:t> к </a:t>
            </a:r>
            <a:r>
              <a:rPr dirty="0" err="1"/>
              <a:t>центру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295085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BADDD9-6F61-5D22-2609-A7EF1BB5DC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86730B-47DB-5025-2978-B1CC9DCA1A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Паттерн: left / right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E3A391-69FF-A49D-1A32-DF8FC96043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dirty="0"/>
              <a:t>Задача</a:t>
            </a:r>
            <a:r>
              <a:rPr dirty="0"/>
              <a:t>: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Дан массив целых чисел, нужно вернуть сумму любых двух значений, максимально близкую к указанной, но меньше ее. Если такой суммы не существует, то вернуть -1.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Пример </a:t>
            </a:r>
          </a:p>
          <a:p>
            <a:pPr marL="0" indent="0">
              <a:buNone/>
            </a:pPr>
            <a:r>
              <a:rPr lang="en-US" dirty="0"/>
              <a:t>Input: </a:t>
            </a:r>
            <a:r>
              <a:rPr lang="en-US" dirty="0" err="1"/>
              <a:t>nums</a:t>
            </a:r>
            <a:r>
              <a:rPr lang="en-US" dirty="0"/>
              <a:t> = [34,23,1,24,75,33,54,8], k = 60 Output: 58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329176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08693C-1A58-2250-5BC3-FF6831EC72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2F023F-DAAD-0D72-5A76-79A2F56E93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Паттерн: left / right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0A96D3-1F0C-C8E5-BE37-C70B3ED920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66018"/>
            <a:ext cx="8229600" cy="452596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ru-RU" dirty="0"/>
              <a:t>Начальное состояние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13E25D7-0DF5-6AE9-8D5E-2785DC4B10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1819" y="1720334"/>
            <a:ext cx="5940361" cy="4999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67031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90D460-971A-BB6E-BB38-8C3166DDA3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F5ACFB-BF75-8629-211C-66CD16EAF2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Паттерн: left / right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015F17-8533-649D-53C6-A33178CA36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66018"/>
            <a:ext cx="8229600" cy="452596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ru-RU" dirty="0"/>
              <a:t>Второй шаг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2A86D57-FD49-563A-8C90-1B66FAEFB0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2039" y="1662545"/>
            <a:ext cx="6059921" cy="5103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926678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E46435-557B-2ACD-3C7E-01971189BF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D7F86-25FF-8F79-F4C8-59BAD6DB51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Паттерн: left / right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CD1380-1F49-E8FB-D7CB-0A926FAE82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66018"/>
            <a:ext cx="8229600" cy="452596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ru-RU" dirty="0"/>
              <a:t>Третий шаг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8766B09-9BF8-4AB5-DA89-3875C1CE50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0428" y="1736437"/>
            <a:ext cx="5983143" cy="5038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659820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8154FD-5097-0AC5-CFBD-24D077DA53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8CCBA1-41C4-9C86-DC86-87C25C7DBB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Паттерн: left / right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32F9FB-7005-CE4A-E799-6524C00BCF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66018"/>
            <a:ext cx="8229600" cy="452596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ru-RU" dirty="0"/>
              <a:t>Четвертый шаг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EE046BD-9040-39AC-A646-55B8244DDB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8167" y="1681018"/>
            <a:ext cx="6147666" cy="5176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64546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0A2748-CB10-33D8-A522-7C3154B78A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74CC8E-8E2A-6C27-2D38-F592E3CC4D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Паттерн: left / right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2E2F0A-7941-5557-2143-94E3D1126F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66018"/>
            <a:ext cx="8229600" cy="452596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ru-RU" dirty="0"/>
              <a:t>Заключительный шаг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DC82C3C-873E-0BF5-7E72-12D5144795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1071" y="1736436"/>
            <a:ext cx="6081857" cy="5121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571465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Паттерн: slow / fast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dirty="0" err="1"/>
              <a:t>Примеры</a:t>
            </a:r>
            <a:r>
              <a:rPr dirty="0"/>
              <a:t> </a:t>
            </a:r>
            <a:r>
              <a:rPr dirty="0" err="1"/>
              <a:t>задач</a:t>
            </a:r>
            <a:r>
              <a:rPr dirty="0"/>
              <a:t>:</a:t>
            </a:r>
          </a:p>
          <a:p>
            <a:r>
              <a:rPr dirty="0" err="1"/>
              <a:t>удаление</a:t>
            </a:r>
            <a:r>
              <a:rPr dirty="0"/>
              <a:t> </a:t>
            </a:r>
            <a:r>
              <a:rPr dirty="0" err="1"/>
              <a:t>элементов</a:t>
            </a:r>
            <a:endParaRPr dirty="0"/>
          </a:p>
          <a:p>
            <a:r>
              <a:rPr dirty="0" err="1"/>
              <a:t>фильтрация</a:t>
            </a:r>
            <a:r>
              <a:rPr dirty="0"/>
              <a:t> </a:t>
            </a:r>
            <a:r>
              <a:rPr dirty="0" err="1"/>
              <a:t>массива</a:t>
            </a:r>
            <a:endParaRPr dirty="0"/>
          </a:p>
          <a:p>
            <a:r>
              <a:rPr dirty="0" err="1"/>
              <a:t>перенос</a:t>
            </a:r>
            <a:r>
              <a:rPr dirty="0"/>
              <a:t> </a:t>
            </a:r>
            <a:r>
              <a:rPr dirty="0" err="1"/>
              <a:t>элементов</a:t>
            </a:r>
            <a:endParaRPr lang="en-US" dirty="0"/>
          </a:p>
          <a:p>
            <a:r>
              <a:rPr lang="ru-RU" dirty="0"/>
              <a:t>поиск циклов (в списках)</a:t>
            </a:r>
            <a:endParaRPr dirty="0"/>
          </a:p>
          <a:p>
            <a:endParaRPr lang="en-US" dirty="0"/>
          </a:p>
          <a:p>
            <a:pPr marL="0" indent="0">
              <a:buNone/>
            </a:pPr>
            <a:r>
              <a:rPr lang="ru-RU" dirty="0"/>
              <a:t>Идея</a:t>
            </a:r>
            <a:r>
              <a:rPr lang="en-US" dirty="0"/>
              <a:t>:</a:t>
            </a:r>
            <a:endParaRPr dirty="0"/>
          </a:p>
          <a:p>
            <a:r>
              <a:rPr dirty="0"/>
              <a:t>slow — </a:t>
            </a:r>
            <a:r>
              <a:rPr dirty="0" err="1"/>
              <a:t>позиция</a:t>
            </a:r>
            <a:r>
              <a:rPr dirty="0"/>
              <a:t> </a:t>
            </a:r>
            <a:r>
              <a:rPr dirty="0" err="1"/>
              <a:t>записи</a:t>
            </a:r>
            <a:endParaRPr dirty="0"/>
          </a:p>
          <a:p>
            <a:r>
              <a:rPr dirty="0"/>
              <a:t>fast — </a:t>
            </a:r>
            <a:r>
              <a:rPr dirty="0" err="1"/>
              <a:t>позиция</a:t>
            </a:r>
            <a:r>
              <a:rPr dirty="0"/>
              <a:t> </a:t>
            </a:r>
            <a:r>
              <a:rPr dirty="0" err="1"/>
              <a:t>чтения</a:t>
            </a:r>
            <a:endParaRPr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Типичные ошибки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З</a:t>
            </a:r>
            <a:r>
              <a:rPr dirty="0" err="1"/>
              <a:t>абытый</a:t>
            </a:r>
            <a:r>
              <a:rPr dirty="0"/>
              <a:t> </a:t>
            </a:r>
            <a:r>
              <a:rPr dirty="0" err="1"/>
              <a:t>сдвиг</a:t>
            </a:r>
            <a:r>
              <a:rPr dirty="0"/>
              <a:t> </a:t>
            </a:r>
            <a:r>
              <a:rPr dirty="0" err="1"/>
              <a:t>указателя</a:t>
            </a:r>
            <a:endParaRPr dirty="0"/>
          </a:p>
          <a:p>
            <a:r>
              <a:rPr lang="ru-RU" dirty="0"/>
              <a:t>Н</a:t>
            </a:r>
            <a:r>
              <a:rPr dirty="0" err="1"/>
              <a:t>еверные</a:t>
            </a:r>
            <a:r>
              <a:rPr dirty="0"/>
              <a:t> </a:t>
            </a:r>
            <a:r>
              <a:rPr dirty="0" err="1"/>
              <a:t>границы</a:t>
            </a:r>
            <a:r>
              <a:rPr dirty="0"/>
              <a:t> </a:t>
            </a:r>
            <a:r>
              <a:rPr dirty="0" err="1"/>
              <a:t>цикла</a:t>
            </a:r>
            <a:endParaRPr dirty="0"/>
          </a:p>
          <a:p>
            <a:r>
              <a:rPr lang="ru-RU" dirty="0"/>
              <a:t>П</a:t>
            </a:r>
            <a:r>
              <a:rPr dirty="0" err="1"/>
              <a:t>утаница</a:t>
            </a:r>
            <a:r>
              <a:rPr dirty="0"/>
              <a:t> с </a:t>
            </a:r>
            <a:r>
              <a:rPr dirty="0" err="1"/>
              <a:t>длиной</a:t>
            </a:r>
            <a:r>
              <a:rPr dirty="0"/>
              <a:t> </a:t>
            </a:r>
            <a:r>
              <a:rPr dirty="0" err="1"/>
              <a:t>массива</a:t>
            </a:r>
            <a:endParaRPr dirty="0"/>
          </a:p>
          <a:p>
            <a:r>
              <a:rPr lang="ru-RU" dirty="0"/>
              <a:t>Л</a:t>
            </a:r>
            <a:r>
              <a:rPr dirty="0" err="1"/>
              <a:t>ишняя</a:t>
            </a:r>
            <a:r>
              <a:rPr dirty="0"/>
              <a:t> </a:t>
            </a:r>
            <a:r>
              <a:rPr dirty="0" err="1"/>
              <a:t>память</a:t>
            </a:r>
            <a:endParaRPr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Пример: метод двух указателей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hlinkClick r:id="rId2"/>
              </a:rPr>
              <a:t>Move Zeroes </a:t>
            </a:r>
            <a:r>
              <a:rPr dirty="0"/>
              <a:t>— </a:t>
            </a:r>
            <a:r>
              <a:rPr dirty="0" err="1"/>
              <a:t>разбор</a:t>
            </a:r>
            <a:endParaRPr dirty="0"/>
          </a:p>
          <a:p>
            <a:r>
              <a:rPr dirty="0">
                <a:hlinkClick r:id="rId3"/>
              </a:rPr>
              <a:t>Remove Element </a:t>
            </a:r>
            <a:r>
              <a:rPr dirty="0"/>
              <a:t>— </a:t>
            </a:r>
            <a:r>
              <a:rPr lang="ru-RU" dirty="0"/>
              <a:t>на решение</a:t>
            </a:r>
            <a:endParaRPr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Домашнее задание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Осознать алгоритм решения задач на алгоритмических секциях</a:t>
            </a:r>
            <a:endParaRPr dirty="0"/>
          </a:p>
          <a:p>
            <a:r>
              <a:rPr dirty="0" err="1"/>
              <a:t>Решить</a:t>
            </a:r>
            <a:r>
              <a:rPr dirty="0"/>
              <a:t> </a:t>
            </a:r>
            <a:r>
              <a:rPr dirty="0" err="1"/>
              <a:t>задачи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two pointers</a:t>
            </a:r>
            <a:r>
              <a:rPr lang="ru-RU" dirty="0"/>
              <a:t> (два указателя)</a:t>
            </a:r>
            <a:endParaRPr dirty="0"/>
          </a:p>
          <a:p>
            <a:r>
              <a:rPr lang="ru-RU" dirty="0"/>
              <a:t>Текстом описать решения. Постараться сделать так, чтобы понял даже ребенок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485</TotalTime>
  <Words>590</Words>
  <Application>Microsoft Office PowerPoint</Application>
  <PresentationFormat>On-screen Show (4:3)</PresentationFormat>
  <Paragraphs>112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Алгоритмы и структуры данных Занятие 3</vt:lpstr>
      <vt:lpstr>Цели занятия</vt:lpstr>
      <vt:lpstr>Практика на занятии</vt:lpstr>
      <vt:lpstr>Популярность задач на собесах</vt:lpstr>
      <vt:lpstr>Зачем нужен метод</vt:lpstr>
      <vt:lpstr>Типичный процесс решения</vt:lpstr>
      <vt:lpstr>Определение</vt:lpstr>
      <vt:lpstr>Основные паттерны</vt:lpstr>
      <vt:lpstr>Когда применять</vt:lpstr>
      <vt:lpstr>Паттерн: сравнение соседних элементов</vt:lpstr>
      <vt:lpstr>Паттерн: сравнение соседних элементов</vt:lpstr>
      <vt:lpstr>Паттерн: сравнение соседних элементов</vt:lpstr>
      <vt:lpstr>Паттерн: сравнение соседних элементов</vt:lpstr>
      <vt:lpstr>Паттерн: сравнение соседних элементов</vt:lpstr>
      <vt:lpstr>Паттерн: сравнение соседних элементов</vt:lpstr>
      <vt:lpstr>Паттерн: сравнение соседних элементов</vt:lpstr>
      <vt:lpstr>Паттерн: сравнение соседних элементов</vt:lpstr>
      <vt:lpstr>Паттерн: сравнение соседних элементов</vt:lpstr>
      <vt:lpstr>Паттерн: left / right</vt:lpstr>
      <vt:lpstr>Паттерн: left / right</vt:lpstr>
      <vt:lpstr>Паттерн: left / right</vt:lpstr>
      <vt:lpstr>Паттерн: left / right</vt:lpstr>
      <vt:lpstr>Паттерн: left / right</vt:lpstr>
      <vt:lpstr>Паттерн: left / right</vt:lpstr>
      <vt:lpstr>Паттерн: left / right</vt:lpstr>
      <vt:lpstr>Паттерн: slow / fast</vt:lpstr>
      <vt:lpstr>Типичные ошибки</vt:lpstr>
      <vt:lpstr>Пример: метод двух указателей</vt:lpstr>
      <vt:lpstr>Домашнее задание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kelry</dc:creator>
  <cp:keywords/>
  <dc:description>generated using python-pptx</dc:description>
  <cp:lastModifiedBy>Денис Серажетдинов</cp:lastModifiedBy>
  <cp:revision>13</cp:revision>
  <dcterms:created xsi:type="dcterms:W3CDTF">2013-01-27T09:14:16Z</dcterms:created>
  <dcterms:modified xsi:type="dcterms:W3CDTF">2026-02-10T05:44:20Z</dcterms:modified>
  <cp:category/>
</cp:coreProperties>
</file>