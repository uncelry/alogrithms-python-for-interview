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08" y="10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Динамическое программирование 1</a:t>
            </a:r>
            <a:r>
              <a:rPr lang="en-US" dirty="0"/>
              <a:t>D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Алгоритмы и структуры данных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Зачем нужно 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Greedy делает локальный выбор</a:t>
            </a:r>
          </a:p>
          <a:p>
            <a:r>
              <a:t>DP учитывает прошлый опыт</a:t>
            </a:r>
          </a:p>
          <a:p>
            <a:r>
              <a:t>DP гарантирует оптимальное решение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Greedy vs 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Greedy: быстро, но не всегда верно</a:t>
            </a:r>
          </a:p>
          <a:p>
            <a:r>
              <a:t>DP: медленнее, но корректно</a:t>
            </a:r>
          </a:p>
          <a:p>
            <a:r>
              <a:t>Если важно прошлое — нужен DP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Когда применять 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Есть оптимальная подструктура</a:t>
            </a:r>
          </a:p>
          <a:p>
            <a:r>
              <a:t>Подзадачи повторяются</a:t>
            </a:r>
          </a:p>
          <a:p>
            <a:r>
              <a:t>Ограниченное число состояний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Когда DP не нужен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Нет повторяющихся подзадач</a:t>
            </a:r>
          </a:p>
          <a:p>
            <a:r>
              <a:t>Greedy даёт корректный ответ</a:t>
            </a:r>
          </a:p>
          <a:p>
            <a:r>
              <a:t>Brute force достаточно быстрый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Решаем задачу через подзадачи</a:t>
            </a:r>
          </a:p>
          <a:p>
            <a:r>
              <a:t>Каждая считается один раз</a:t>
            </a:r>
          </a:p>
          <a:p>
            <a:r>
              <a:t>Результат сохраняется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строить 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Определить dp[i]</a:t>
            </a:r>
          </a:p>
          <a:p>
            <a:r>
              <a:t>2. Найти переход</a:t>
            </a:r>
          </a:p>
          <a:p>
            <a:r>
              <a:t>3. Задать базу</a:t>
            </a:r>
          </a:p>
          <a:p>
            <a:r>
              <a:t>4. Вернуть ответ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Состояние 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dp[i] — ответ для подзадачи i</a:t>
            </a:r>
          </a:p>
          <a:p>
            <a:r>
              <a:t>Минимально достаточное описание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Переход 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Как прийти в состояние i</a:t>
            </a:r>
          </a:p>
          <a:p>
            <a:r>
              <a:t>Через какие предыдущие состояния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Базовые значения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dp[0], dp[1]</a:t>
            </a:r>
          </a:p>
          <a:p>
            <a:r>
              <a:t>Источник большинства ошибок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Типовые 1D DP 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Лестницы</a:t>
            </a:r>
          </a:p>
          <a:p>
            <a:r>
              <a:t>Подмассивы</a:t>
            </a:r>
          </a:p>
          <a:p>
            <a:r>
              <a:t>Выбор / не выбор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Практика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LeetCode:</a:t>
            </a:r>
          </a:p>
          <a:p>
            <a:r>
              <a:t>70, 198, 746, 53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DP — фундаментальный навык</a:t>
            </a:r>
          </a:p>
          <a:p>
            <a:r>
              <a:t>Основа для сложных алгоритмов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174</Words>
  <Application>Microsoft Office PowerPoint</Application>
  <PresentationFormat>On-screen Show (4:3)</PresentationFormat>
  <Paragraphs>46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Динамическое программирование 1D</vt:lpstr>
      <vt:lpstr>Зачем нужно DP</vt:lpstr>
      <vt:lpstr>Greedy vs DP</vt:lpstr>
      <vt:lpstr>Когда применять DP</vt:lpstr>
      <vt:lpstr>Когда DP не нужен</vt:lpstr>
      <vt:lpstr>Что такое DP</vt:lpstr>
      <vt:lpstr>Как строить DP</vt:lpstr>
      <vt:lpstr>Состояние DP</vt:lpstr>
      <vt:lpstr>Переход DP</vt:lpstr>
      <vt:lpstr>Базовые значения</vt:lpstr>
      <vt:lpstr>Типовые 1D DP задачи</vt:lpstr>
      <vt:lpstr>Практика</vt:lpstr>
      <vt:lpstr>Итоги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Денис Серажетдинов</cp:lastModifiedBy>
  <cp:revision>2</cp:revision>
  <dcterms:created xsi:type="dcterms:W3CDTF">2013-01-27T09:14:16Z</dcterms:created>
  <dcterms:modified xsi:type="dcterms:W3CDTF">2026-02-10T05:39:55Z</dcterms:modified>
  <cp:category/>
</cp:coreProperties>
</file>