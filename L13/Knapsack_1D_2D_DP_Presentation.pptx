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1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24575,'-5'-1'0,"0"2"0,0-1 0,0 0 0,0 1 0,0 0 0,0 0 0,0 0 0,1 1 0,-1 0 0,0 0 0,1 0 0,-1 0 0,1 1 0,0 0 0,0 0 0,0 0 0,0 0 0,0 1 0,1-1 0,-1 1 0,1 0 0,0 0 0,0 0 0,1 0 0,-1 1 0,1-1 0,0 1 0,0 0 0,0-1 0,1 1 0,0 0 0,-1 0 0,1 10 0,0-11 0,0 0 0,0 0 0,1 0 0,-1 0 0,1 0 0,0 0 0,1 0 0,-1 0 0,1 0 0,-1 0 0,1 0 0,1 0 0,-1 0 0,0 0 0,1-1 0,0 1 0,3 5 0,-2-6 0,0 0 0,0-1 0,0 1 0,0-1 0,1 0 0,-1 0 0,1 0 0,-1 0 0,1-1 0,0 1 0,-1-1 0,1 0 0,0 0 0,0-1 0,0 1 0,0-1 0,0 0 0,5 0 0,-3 0 0,0 0 0,0 0 0,0 0 0,0-1 0,0 0 0,0 0 0,0 0 0,0-1 0,-1 0 0,1 0 0,-1-1 0,7-3 0,-8 3 0,-1 0 0,0 0 0,0 0 0,0-1 0,0 1 0,0-1 0,0 0 0,-1 0 0,0 0 0,0 0 0,0 0 0,-1 0 0,1 0 0,-1-1 0,0 1 0,0-1 0,0-4 0,1-2-170,0 0-1,-1 0 0,-1 0 1,0 1-1,-1-1 0,0 0 1,-2-13-1,-1 13-6655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17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24575,'5'-1'0,"0"0"0,0-1 0,0 0 0,-1 1 0,1-2 0,0 1 0,-1-1 0,0 1 0,1-1 0,4-5 0,26-14 0,-20 16 0,-1-1 0,0-1 0,0 0 0,-1-1 0,21-18 0,-21 16 0,-12 11 0,0-1 0,0 0 0,-1 0 0,1 1 0,0-1 0,0 0 0,0 1 0,0-1 0,-1 1 0,1-1 0,0 1 0,0 0 0,0-1 0,0 1 0,0 0 0,0 0 0,0-1 0,0 1 0,0 0 0,0 0 0,1 0 0,-1 0 0,0 0 0,0 1 0,1-1 0,-1 1 0,-1 0 0,1 0 0,0-1 0,-1 1 0,1 0 0,-1 0 0,1 0 0,-1 0 0,1 0 0,-1 0 0,0 0 0,1 0 0,-1 0 0,0 1 0,0-1 0,0 0 0,0 0 0,0 2 0,0 6 0,-1-1 0,0 0 0,0 1 0,-5 14 0,-12 34 0,10-30 0,-1 0 0,-1-1 0,-19 36 0,23-50 31,0 1-1,1 0 0,-5 19 1,-5 13-1518,10-34-5339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18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24575,'0'-1'0,"1"0"0,-1 0 0,1 0 0,0 0 0,-1 0 0,1 0 0,-1 1 0,1-1 0,0 0 0,0 0 0,0 1 0,-1-1 0,1 0 0,0 1 0,0-1 0,0 1 0,0-1 0,0 1 0,0 0 0,0-1 0,0 1 0,0 0 0,0-1 0,0 1 0,1 0 0,-1 0 0,1 0 0,37-2 0,-35 2 0,0-1 0,-1 1 0,0 1 0,0-1 0,0 0 0,0 1 0,0-1 0,0 1 0,0 0 0,0 0 0,0 0 0,-1 1 0,1-1 0,0 1 0,-1-1 0,1 1 0,-1 0 0,1 0 0,2 3 0,-2-1 0,0 1 0,1-1 0,-1 1 0,-1 0 0,1 0 0,-1 0 0,0 0 0,0 1 0,2 7 0,-1 5 0,0-1 0,-2 1 0,0 0 0,0 0 0,-4 26 0,2-40 0,0 1 0,0-1 0,0 1 0,0-1 0,-1 1 0,0-1 0,0 0 0,0 0 0,0 0 0,-1 0 0,1 0 0,-1 0 0,-5 4 0,-48 37 0,45-37 0,0-1 0,1 2 0,-14 14 0,23-23 0,1 0 0,0 0 0,-1 1 0,1-1 0,0 0 0,-1 0 0,1 1 0,0-1 0,0 0 0,-1 1 0,1-1 0,0 0 0,0 1 0,0-1 0,-1 1 0,1-1 0,0 0 0,0 1 0,0-1 0,0 1 0,0-1 0,0 0 0,0 1 0,0-1 0,0 1 0,0-1 0,0 1 0,0-1 0,0 0 0,0 1 0,0-1 0,1 1 0,-1-1 0,0 0 0,0 1 0,0-1 0,0 0 0,1 1 0,-1 0 0,20 4 0,25-9 0,82-34-1365,-116 34-5461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19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12 24575,'0'0'0,"0"-1"0,0 1 0,0-1 0,0 1 0,0-1 0,1 1 0,-1-1 0,0 1 0,0-1 0,0 1 0,1-1 0,-1 1 0,0-1 0,1 1 0,-1-1 0,0 1 0,1 0 0,-1-1 0,0 1 0,1 0 0,-1-1 0,1 1 0,-1 0 0,1 0 0,-1-1 0,1 1 0,-1 0 0,1 0 0,-1 0 0,1-1 0,-1 1 0,1 0 0,-1 0 0,1 0 0,-1 0 0,1 0 0,-1 0 0,1 0 0,-1 0 0,1 1 0,-1-1 0,1 0 0,-1 0 0,1 0 0,-1 0 0,1 1 0,-1-1 0,2 1 0,0-1 0,0 1 0,0 0 0,0 0 0,0 0 0,-1 0 0,1 0 0,0 0 0,0 1 0,-1-1 0,1 1 0,2 2 0,0 8 0,-1 1 0,0 0 0,-1 0 0,-1 0 0,0 0 0,0 0 0,-1 0 0,-1 0 0,0 0 0,-1 0 0,-3 13 0,3-21 0,0-1 0,0 1 0,0 0 0,-1-1 0,0 1 0,0-1 0,0 1 0,0-1 0,-1-1 0,1 1 0,-1 0 0,0-1 0,0 1 0,-1-1 0,1-1 0,-6 4 0,-31 26 0,69 12 0,-26-38 0,-1 0 0,0 0 0,0 1 0,0-1 0,-1 0 0,1 1 0,-2-1 0,1 0 0,-1 1 0,0-1 0,0 0 0,-1 0 0,1 1 0,-4 5 0,-4 8 0,-1 0 0,-22 31 0,23-36 0,-9 11-1365,11-14-5461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20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0 24575,'-1'11'0,"0"0"0,0 0 0,-1 0 0,-1-1 0,0 1 0,0-1 0,-8 16 0,-41 70 0,11-21 0,22-45 0,15-26 0,1 0 0,0 1 0,0-1 0,1 0 0,-1 1 0,1 0 0,0-1 0,0 1 0,0 0 0,1 0 0,0 0 0,0 0 0,-1 7 0,3-11 0,0 0 0,-1 1 0,1-1 0,0 0 0,0 0 0,0 0 0,0 0 0,0 0 0,0 0 0,0 0 0,0 0 0,0-1 0,1 1 0,-1 0 0,0-1 0,0 1 0,1-1 0,-1 1 0,0-1 0,1 0 0,-1 1 0,0-1 0,1 0 0,-1 0 0,1 0 0,2 0 0,47-1 0,-41 1 0,34 0-29,-29 1-238,-1 0 0,1-2-1,-1 0 1,25-4 0,-28 1-6559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20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 24575,'1'17'0,"-1"0"0,0 0 0,-1 0 0,-1 0 0,-1 0 0,0-1 0,-1 1 0,-1-1 0,-1 1 0,-9 19 0,-112 236-588,111-236-189,10-21-6049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2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0 24575,'-1'12'0,"0"0"0,-1 0 0,0-1 0,0 1 0,-2-1 0,1 1 0,-1-1 0,-1 0 0,0-1 0,-1 1 0,0-1 0,0 0 0,-10 11 0,0-2 0,-1 0 0,-1-1 0,-1-1 0,-1-1 0,-25 17 0,44-32 0,0-1 0,0 0 0,0 1 0,1-1 0,-1 1 0,0-1 0,0 1 0,0 0 0,1-1 0,-1 1 0,0 0 0,0 0 0,1-1 0,-1 1 0,1 0 0,-1 0 0,1 0 0,-1 0 0,1 0 0,0 0 0,-1 0 0,1 0 0,0 0 0,0 0 0,-1 0 0,1 0 0,0 0 0,0 0 0,0 0 0,0 0 0,1 0 0,-1 0 0,0 0 0,0 0 0,1 0 0,-1 0 0,0-1 0,1 1 0,-1 0 0,1 0 0,-1 0 0,1 0 0,-1 0 0,1-1 0,0 1 0,-1 0 0,1 0 0,0-1 0,0 1 0,0-1 0,-1 1 0,1 0 0,0-1 0,1 1 0,10 6 0,0 0 0,0-1 0,21 6 0,-6 0 0,-23-9 0,0 0 0,0 1 0,0-1 0,0 1 0,-1 0 0,0 0 0,0 0 0,0 1 0,0-1 0,-1 1 0,1-1 0,-1 1 0,0 0 0,-1 0 0,1 0 0,-1 0 0,0 0 0,0 0 0,0 7 0,1 10 0,-2 0 0,0 0 0,-3 25 0,1-41 6,0 0 0,0 0 0,0 0 0,-1 0 0,0-1 0,0 1 0,0-1 0,-1 0 0,0 0 0,0 0 0,0 0 0,0-1 0,-1 1 0,0-1 0,0 0 0,0-1 0,0 1 0,-1-1 0,-6 3 0,8-4-20,0 0-1,0-1 1,0 1 0,0-1-1,0 0 1,0 0-1,0-1 1,0 1 0,0-1-1,-1 0 1,1 0 0,0 0-1,-5-1 1,6 0-44,1 0-1,-1 0 1,1 0 0,-1 0-1,1 0 1,-1-1-1,1 1 1,0-1 0,0 0-1,-1 1 1,1-1 0,0 0-1,1 0 1,-1 0-1,0-1 1,1 1 0,-1 0-1,1-1 1,0 1 0,0-1-1,-2-3 1,-1-6-6768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24575,'3'0'0,"4"0"0,4 0 0,2 3 0,3 1 0,2 0 0,0-1 0,0-1 0,1-1 0,-1 0 0,0-1 0,0 0 0,0 0 0,0 0 0,-1 0 0,-2-3 0,-5-1-8191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38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120 108 24575,'0'-3'0,"0"-4"0,-3-1 0,-1-2 0,-3 1 0,0-1 0,1-2 0,-1 1 0,0-1 0,-2 3 0,-1 1 0,-3 4 0,-3 1 0,0 2 0,2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0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0 24575,'0'79'0,"-13"108"0,7-150 0,-1 8 0,-3 84 0,-7 48 0,7-89 0,2-25 0,8-76 0,-1 0 0,-1 0 0,0 0 0,0 0 0,-1 0 0,-8-20 0,-3-2 0,-22-42 0,33 70 0,-1 1 0,0 0 0,-1 1 0,1-1 0,-1 1 0,0 0 0,-1 0 0,1 0 0,-1 1 0,0-1 0,0 1 0,0 1 0,-1-1 0,1 1 0,-9-2 0,12 4 0,1 0 0,-1 1 0,0-1 0,1 1 0,-1 0 0,1-1 0,-1 1 0,0 1 0,1-1 0,-1 0 0,0 1 0,1-1 0,-1 1 0,1 0 0,-1 0 0,1 0 0,-5 2 0,5-1 0,-1 1 0,1-1 0,-1 1 0,1 0 0,0-1 0,0 1 0,0 0 0,0 0 0,0 0 0,1 1 0,0-1 0,-1 0 0,1 0 0,0 1 0,1-1 0,-2 8 0,-5 24 0,5-25 0,0 0 0,0 1 0,1-1 0,0 0 0,1 12 0,1-18 0,0 1 0,0 0 0,0-1 0,1 0 0,-1 1 0,1-1 0,0 0 0,0 0 0,1 0 0,-1 0 0,1 0 0,0 0 0,0-1 0,0 1 0,4 2 0,-2-1-97,1 0-1,0 0 1,0 0-1,0-1 1,0 0-1,1 0 1,0-1-1,0 0 1,0 0-1,0 0 1,0-1-1,0 0 0,10 1 1,-3-2-6729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1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 24575,'-18'190'0,"16"-169"0,-1-1 0,0 1 0,-2-1 0,0 0 0,-2 0 0,0-1 0,-13 26 0,9-22 0,1 1 0,1 0 0,2 1 0,-7 32 0,10-36 0,-1-1 0,-15 38 0,-4 19 0,7-13 0,14-161 0,10 67-1365,-3 18-5461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1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 24575,'29'-1'0,"-18"0"0,0 1 0,-1 0 0,1 1 0,0 0 0,0 0 0,10 3 0,-18-3 0,-1 0 0,1 1 0,0-1 0,-1 0 0,0 1 0,1-1 0,-1 1 0,0 0 0,0 0 0,0 0 0,0 0 0,0 0 0,0 1 0,0-1 0,-1 0 0,1 1 0,-1-1 0,0 1 0,0 0 0,0-1 0,0 1 0,0 0 0,0 0 0,-1-1 0,1 1 0,-1 0 0,0 4 0,3 20 0,-2 0 0,-1 1 0,-1-1 0,-7 39 0,4-56 0,-1 1 0,-1-1 0,0 0 0,0 0 0,-1 0 0,0-1 0,-1 0 0,0-1 0,0 0 0,-1 0 0,0 0 0,0-1 0,-1-1 0,0 0 0,0 0 0,0-1 0,-1 0 0,0 0 0,-11 2 0,-9-11 120,23-3-321,19-6-1083,-2 8-5542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97 24575,'-1'-1'0,"0"-1"0,1 1 0,-1 0 0,0 0 0,-1-1 0,1 1 0,0 0 0,0 0 0,0 0 0,-1 0 0,1 0 0,0 1 0,-1-1 0,1 0 0,0 1 0,-1-1 0,1 1 0,-3-1 0,-29-10 0,-168-56 0,200 67 0,-1 0 0,1 0 0,0-1 0,-1 1 0,1 0 0,-1 0 0,1 0 0,-1 0 0,1 1 0,-1-1 0,1 0 0,0 1 0,-1-1 0,1 1 0,-1-1 0,1 1 0,0 0 0,0-1 0,-1 1 0,1 0 0,0 0 0,0 0 0,0 0 0,0 0 0,0 0 0,0 0 0,0 0 0,0 1 0,1-1 0,-1 0 0,0 0 0,1 1 0,-1-1 0,1 0 0,-1 1 0,1-1 0,0 1 0,-1-1 0,1 1 0,0-1 0,0 0 0,0 3 0,-1 10 0,0 1 0,0 0 0,3 19 0,-1-17 0,14 196 0,-13-190 0,-1-16 0,-1-1 0,1 0 0,0 0 0,1 1 0,-1-1 0,1 0 0,5 9 0,-6-13 0,1 0 0,0 0 0,-1 0 0,1 0 0,0 0 0,0-1 0,1 1 0,-1-1 0,0 1 0,0-1 0,1 0 0,-1 0 0,1 0 0,-1 0 0,1 0 0,-1-1 0,1 1 0,0-1 0,-1 0 0,1 1 0,0-1 0,3-1 0,18 2-341,0-1 0,0-1-1,47-9 1,-56 6-6485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3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24575,'16'52'0,"-12"3"0,-6 83 0,0-79 0,5 60 0,-4-118 0,1 0 0,0-1 0,0 1 0,0 0 0,0 0 0,0-1 0,0 1 0,0 0 0,0-1 0,0 1 0,0 0 0,0-1 0,0 1 0,1 0 0,-1-1 0,0 1 0,1 0 0,-1-1 0,0 1 0,1 0 0,-1-1 0,1 1 0,-1-1 0,0 1 0,1-1 0,0 1 0,-1-1 0,1 1 0,-1-1 0,1 0 0,-1 1 0,1-1 0,0 0 0,-1 1 0,1-1 0,0 0 0,-1 0 0,2 1 0,0-2 0,1 0 0,-1 0 0,0-1 0,0 1 0,0 0 0,0-1 0,-1 1 0,1-1 0,0 1 0,-1-1 0,3-3 0,39-57 0,1-17 0,-44 79 0,0 0 0,0-1 0,0 1 0,0 0 0,0 0 0,0-1 0,0 1 0,0 0 0,0 0 0,1 0 0,-1 0 0,0-1 0,0 1 0,0 0 0,0 0 0,0 0 0,0-1 0,1 1 0,-1 0 0,0 0 0,0 0 0,0 0 0,0 0 0,1 0 0,-1-1 0,0 1 0,0 0 0,0 0 0,1 0 0,-1 0 0,0 0 0,0 0 0,0 0 0,1 0 0,-1 0 0,0 0 0,0 0 0,0 0 0,1 0 0,-1 0 0,0 0 0,0 0 0,0 0 0,1 0 0,-1 0 0,0 0 0,0 0 0,0 1 0,1-1 0,-1 0 0,0 0 0,5 15 0,-2 20 0,8 60 0,-5-61 0,-6-33 0,0 1 0,0 0 0,1 0 0,-1-1 0,1 1 0,-1 0 0,1-1 0,0 1 0,-1 0 0,1-1 0,0 1 0,0-1 0,0 0 0,0 1 0,0-1 0,2 2 0,-2-2 0,0-1 0,0 1 0,0-1 0,0 0 0,0 1 0,0-1 0,0 0 0,0 0 0,0 0 0,0 1 0,0-1 0,0 0 0,0 0 0,0-1 0,0 1 0,0 0 0,0 0 0,0 0 0,0-1 0,2 0 0,0-1 0,1 0 0,0 0 0,-1-1 0,1 1 0,-1-1 0,0 0 0,1 0 0,-2 0 0,1 0 0,0-1 0,3-4 0,6-16 0,-2 0 0,0-1 0,-1 0 0,10-50 0,4-12 0,-2 24-105,-5 16-210,-1-1 0,-3 1 0,8-62 0,-18 93-6511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24575,'56'0'0,"1"-3"0,106-18 0,-162 21 0,0 0 0,0-1 0,0 2 0,0-1 0,0 0 0,0 0 0,0 0 0,0 0 0,0 1 0,0-1 0,0 0 0,0 1 0,0-1 0,0 1 0,0-1 0,0 1 0,0 0 0,-1-1 0,1 1 0,0 0 0,0 0 0,-1-1 0,1 1 0,0 0 0,-1 0 0,1 0 0,-1 0 0,1 0 0,-1 0 0,0 0 0,1 0 0,-1 0 0,0 0 0,0 0 0,1 0 0,-1 0 0,0 0 0,0 0 0,0 0 0,0 1 0,-1 54 0,0-43 0,1 0 0,-15 222 0,10-176 0,5 94 0,1-66 0,7-53 0,-7-30 0,0-1 0,0 1 0,0-1 0,0 1 0,0 0 0,-1-1 0,0 1 0,1 0 0,-2 7 0,0-10 0,1 0 0,-1 0 0,0 0 0,0 0 0,1 0 0,-1 0 0,0 0 0,0-1 0,0 1 0,0 0 0,0 0 0,0-1 0,0 1 0,-1-1 0,1 1 0,0-1 0,0 1 0,0-1 0,-1 0 0,1 1 0,0-1 0,0 0 0,-1 0 0,1 0 0,0 0 0,0 0 0,-1 0 0,1-1 0,-3 1 0,-42-11 0,37 8 0,-84-13-1365,81 12-5461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5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24575,'98'2'0,"104"-4"0,-150-7 0,20 0 0,136-9-1365,-191 18-5461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5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24575,'157'3'0,"164"-6"0,-92-31-1365,-214 33-5461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48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24575,'-3'0'0,"-1"3"0,-3 1 0,0 3 0,1 3 0,-2 0 0,1 1 0,2 2 0,-2-1 0,1-3-8191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59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24575,'2'110'0,"-4"118"0,-16-107-1365,18-106-5461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3:59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00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24575,'-1'13'0,"-1"-1"0,0 1 0,-1-1 0,0 0 0,-1 0 0,-7 16 0,5-12 0,0 0 0,-6 31 0,-42 207 0,52-238 0,-6 29 0,3 0 0,1 1 0,4 74 0,0-116 8,1 0 0,-1-1 0,1 1 0,0 0 0,0 0 0,1 0 0,-1-1 0,1 1 0,-1-1 0,1 1 0,0-1 0,1 1 0,-1-1 0,4 3 0,-5-4-73,1-1 1,0 1-1,0-1 1,1 0-1,-1 1 1,0-1-1,0 0 0,1 0 1,-1-1-1,0 1 1,1 0-1,-1-1 1,1 1-1,-1-1 0,1 0 1,-1 0-1,1 0 1,-1 0-1,1 0 1,-1-1-1,1 1 1,4-2-1,4-2-6761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00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24575,'3'0'0,"4"0"0,4 3 0,3 1 0,2 3 0,1 0 0,1 2 0,1-1 0,-4-1-8191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00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1 277 24575,'6'0'0,"-1"0"0,1-1 0,0 1 0,-1-1 0,1 0 0,0-1 0,-1 0 0,1 0 0,-1 0 0,0 0 0,0-1 0,1 0 0,-2 0 0,1 0 0,0 0 0,-1-1 0,5-4 0,-4 2 0,-1 0 0,1 0 0,-1 0 0,-1 0 0,1-1 0,-1 0 0,0 1 0,-1-1 0,1 0 0,-2 0 0,1 0 0,-1-1 0,1-9 0,-1 9 0,1-59 0,-2 64 0,0 0 0,0 0 0,-1 0 0,1 0 0,-1 0 0,0 0 0,0 0 0,0 0 0,0 0 0,0 0 0,-1 1 0,1-1 0,-1 0 0,0 1 0,1-1 0,-1 1 0,-5-4 0,7 5 0,-1 1 0,1-1 0,-1 1 0,1 0 0,-1-1 0,0 1 0,1 0 0,-1-1 0,1 1 0,-1 0 0,0 0 0,1 0 0,-1-1 0,0 1 0,1 0 0,-1 0 0,0 0 0,1 0 0,-1 0 0,0 0 0,1 0 0,-1 1 0,0-1 0,1 0 0,-1 0 0,0 0 0,1 1 0,-1-1 0,1 0 0,-1 1 0,0 0 0,-9 20 0,6 33 0,4-53 0,-1 60 0,4 94 0,-3-154-57,1 1 0,-1-1 1,0 1-1,0-1 0,1 1 0,-1-1 0,1 1 0,-1-1 0,1 1 0,0-1 1,0 0-1,-1 1 0,1-1 0,0 0 0,0 0 0,0 1 0,0-1 0,1 0 0,-1 0 1,0 0-1,0 0 0,1-1 0,1 2 0,8 2-6769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01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24575,'0'30'0,"1"-5"0,-1 1 0,-1 0 0,-1 0 0,-1-1 0,-2 1 0,-9 31 0,7-25 0,13-29 0,11-14 0,-3-4 0,-1 0 0,0 0 0,18-30 0,17-21 0,-45 63 0,0 0 0,0 0 0,0 1 0,0-1 0,0 0 0,1 1 0,-1 0 0,1 0 0,0 0 0,-1 0 0,1 1 0,0-1 0,0 1 0,0 0 0,7-1 0,-10 2 0,1 0 0,0 0 0,0 1 0,-1-1 0,1 0 0,0 1 0,-1-1 0,1 1 0,0-1 0,-1 1 0,1 0 0,-1 0 0,1 0 0,-1 0 0,0 0 0,1 0 0,-1 0 0,0 0 0,0 1 0,1-1 0,-1 0 0,0 1 0,0-1 0,-1 1 0,1-1 0,0 1 0,0 0 0,-1-1 0,1 1 0,-1-1 0,1 1 0,-1 0 0,0 0 0,0-1 0,0 1 0,0 0 0,0 2 0,0 17 0,0 0 0,-2 0 0,0 0 0,-6 24 0,4-24 0,4-21 0,-1 1 0,1 0 0,-1 0 0,1 0 0,0 0 0,0 0 0,-1 0 0,1-1 0,0 1 0,0 0 0,0 0 0,0 0 0,0 0 0,0 0 0,0 0 0,1 0 0,-1 0 0,0 0 0,0-1 0,1 1 0,-1 0 0,0 0 0,1 0 0,-1 0 0,1-1 0,-1 1 0,1 0 0,-1 0 0,1-1 0,0 1 0,1 1 0,0-3 0,-1 1 0,1 0 0,0 0 0,0-1 0,-1 1 0,1-1 0,0 1 0,-1-1 0,1 0 0,-1 0 0,1 1 0,-1-1 0,1 0 0,2-3 0,50-47 0,-12-7 0,-34 44 0,1 1 0,1 1 0,21-24 0,-30 36 0,-1-1 0,1 0 0,-1 1 0,1-1 0,0 1 0,-1-1 0,1 1 0,0-1 0,-1 1 0,1-1 0,0 1 0,-1-1 0,1 1 0,0 0 0,0 0 0,0-1 0,-1 1 0,1 0 0,0 0 0,0 0 0,0 0 0,0 0 0,-1 0 0,1 0 0,0 0 0,0 0 0,0 0 0,0 0 0,-1 1 0,1-1 0,0 0 0,1 1 0,-1 1 0,1-1 0,-1 1 0,0 0 0,0 0 0,0 0 0,0-1 0,0 1 0,-1 0 0,1 0 0,0 0 0,-1 0 0,1 5 0,1 71 0,-2-70 0,-2 18 0,1-12 0,1-1 0,0 1 0,0 0 0,1-1 0,4 16 0,-4-26 0,-1 0 0,1 0 0,0 0 0,1-1 0,-1 1 0,0 0 0,1 0 0,0-1 0,-1 1 0,1-1 0,0 0 0,0 0 0,1 1 0,-1-1 0,0 0 0,1-1 0,-1 1 0,1 0 0,-1-1 0,1 1 0,0-1 0,0 0 0,0 0 0,-1 0 0,1 0 0,0-1 0,0 1 0,5-1 0,26 1-1365,-19-1-5461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02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24575,'9'-1'0,"1"0"0,-1-1 0,1 0 0,-1-1 0,13-5 0,32-7 0,-5 6 0,-26 4 0,1 2 0,39-2 0,-57 5-70,1-1-30,0 1 0,0 0 1,0 0-1,-1 1 1,1 0-1,0 0 0,0 1 1,0 0-1,-1 0 1,1 0-1,-1 1 1,10 5-1,-7-1-6726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02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24575,'123'-9'0,"5"0"0,10 10-1365,-122-1-5461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11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24575,'2'35'0,"1"0"0,12 47 0,1 14 0,4-8 0,-6-34 0,-14-53 0,0 0 0,0 1 0,0-1 0,0 0 0,1 0 0,-1 1 0,0-1 0,1 0 0,-1 0 0,1 1 0,0-1 0,-1 0 0,1 0 0,0 0 0,0 0 0,-1 0 0,1 0 0,0 0 0,0 0 0,0 0 0,0-1 0,0 1 0,0 0 0,1-1 0,0 2 0,0-2 0,-1-1 0,1 1 0,-1 0 0,0 0 0,1-1 0,-1 1 0,1-1 0,-1 1 0,0-1 0,1 0 0,-1 1 0,0-1 0,1 0 0,-1 0 0,0 0 0,0 0 0,2-2 0,5-6 0,0 0 0,-1-1 0,12-20 0,-2-4 0,-13 23 0,1 0 0,1 1 0,0 0 0,11-15 0,-17 25 0,1 0 0,-1 0 0,0-1 0,0 1 0,0 0 0,0 0 0,1-1 0,-1 1 0,0 0 0,0 0 0,0-1 0,1 1 0,-1 0 0,0 0 0,0 0 0,1 0 0,-1 0 0,0-1 0,0 1 0,1 0 0,-1 0 0,0 0 0,1 0 0,-1 0 0,0 0 0,0 0 0,1 0 0,-1 0 0,0 0 0,1 0 0,-1 0 0,0 0 0,1 0 0,-1 0 0,0 0 0,0 1 0,1-1 0,-1 0 0,0 0 0,0 0 0,1 1 0,5 14 0,-4 21 0,-2-35 0,-2 61 0,1-38 0,0 0 0,5 41 0,-4-65 0,0 0 0,0 0 0,0 0 0,0 1 0,0-1 0,0 0 0,0 0 0,0 0 0,1 0 0,-1 0 0,0 0 0,0 0 0,0 1 0,0-1 0,0 0 0,0 0 0,1 0 0,-1 0 0,0 0 0,0 0 0,0 0 0,0 0 0,1 0 0,-1 0 0,0 0 0,0 0 0,0 0 0,0 0 0,1 0 0,-1 0 0,0 0 0,0 0 0,0 0 0,0 0 0,1 0 0,-1 0 0,0 0 0,0 0 0,0-1 0,0 1 0,0 0 0,1 0 0,-1 0 0,0 0 0,0 0 0,0 0 0,0 0 0,0-1 0,0 1 0,0 0 0,0 0 0,1 0 0,-1 0 0,0-1 0,0 1 0,0 0 0,14-16 0,12-21 0,5-11 0,-3-1 0,-1-2 0,-3-1 0,19-60 0,-38 77 0,-5 30 0,0 0 0,1 1 0,-1-1 0,1 1 0,0-1 0,0 0 0,0 1 0,1-1 0,-1 1 0,5-7 0,-6 11-26,0 0 0,1 0-1,-1 0 1,0 0-1,0 0 1,0 0 0,1 0-1,-1 0 1,0 0 0,0 0-1,1 0 1,-1 0 0,0 0-1,0 0 1,0 1 0,1-1-1,-1 0 1,0 0-1,0 0 1,0 0 0,1 0-1,-1 1 1,0-1 0,0 0-1,0 0 1,0 0 0,0 0-1,1 1 1,-1-1 0,0 0-1,0 0 1,0 0-1,0 1 1,0-1 0,0 0-1,0 0 1,0 1 0,0-1-1,0 0 1,0 0 0,0 1-1,0-1 1,0 0 0,0 1-180,2 8-6620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1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24575,'21'1'0,"1"1"0,-1 1 0,29 9 0,-29-7 0,0 0 0,1-2 0,30 2 0,36-6-1365,-73 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13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24575,'43'0'0,"63"-2"0,-96 0 0,1 1 0,0-2 0,-1 1 0,0-1 0,0-1 0,0 0 0,18-10 0,30-15-1365,-47 25-5461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14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39 24575,'1'-1'0,"-1"-1"0,1 1 0,0 0 0,0-1 0,1 1 0,-1 0 0,0 0 0,0 0 0,0 0 0,1 0 0,-1 0 0,1 1 0,-1-1 0,0 0 0,1 1 0,-1-1 0,3 0 0,29-10 0,-23 9 0,0-1 0,0 1 0,0 1 0,1 0 0,-1 1 0,0-1 0,17 3 0,-22-1 0,1 0 0,-1 0 0,0 1 0,0 0 0,0 0 0,0 0 0,0 0 0,0 1 0,0-1 0,-1 1 0,1 0 0,-1 1 0,0-1 0,0 1 0,6 8 0,-1-1 0,-1 1 0,-1 0 0,0 1 0,-1 0 0,0 0 0,-1 0 0,-1 0 0,0 1 0,0 0 0,-2 0 0,1 0 0,-2 0 0,0 0 0,-1 1 0,0-1 0,-1 0 0,-1 0 0,-3 15 0,2-22 0,0 0 0,0 0 0,-1 0 0,1-1 0,-2 1 0,1-1 0,-1 0 0,0-1 0,-8 9 0,-14 16 0,18-20 0,-2 0 0,1-1 0,-1 0 0,0-1 0,0 0 0,-1-1 0,-1-1 0,1 1 0,-1-2 0,0 0 0,-15 4 0,27-9 0,-73 25 0,67-23 0,1 1 0,-1 0 0,1 0 0,0 1 0,0-1 0,1 1 0,-1 1 0,-8 8 0,14-13 0,0 1 0,1-1 0,-1 1 0,0-1 0,1 1 0,-1-1 0,0 1 0,1-1 0,-1 1 0,1-1 0,-1 0 0,0 1 0,1-1 0,-1 1 0,1-1 0,-1 0 0,1 1 0,0-1 0,-1 0 0,1 0 0,-1 0 0,1 1 0,-1-1 0,1 0 0,0 0 0,-1 0 0,1 0 0,-1 0 0,1 0 0,0 0 0,-1 0 0,1 0 0,-1 0 0,1-1 0,0 1 0,0 0 0,28 1 0,49-1 0,77-2 0,-145 0 0,0 0 0,0-1 0,-1 0 0,1-1 0,13-7 0,10-3 0,-21 10-1365,-1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3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24575,'6'2'0,"-1"0"0,0 0 0,0 1 0,-1 0 0,1 0 0,-1 0 0,1 0 0,-1 1 0,6 6 0,4 2 0,29 15 0,0-2 0,2-1 0,1-3 0,94 31 0,20-1 0,-110-38 16,-43-12-141,1 0-1,-1 1 1,0-1-1,1 2 1,-1-1-1,0 1 0,-1 0 1,1 0-1,0 1 1,7 6-1,-7-2-6700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35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0 24575,'-1'4'0,"0"-1"0,0 0 0,-1 1 0,1-1 0,-1 0 0,0 0 0,0 0 0,-4 4 0,-7 15 0,-14 37 0,-56 95 0,-83 102 0,151-236-1365,9-11-5461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4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24575,'0'26'0,"2"0"0,0-1 0,2 1 0,0-1 0,9 25 0,12 67 0,-18-78 0,19 59 0,-22-86 0,1 1 0,1 0 0,0-1 0,1 0 0,0 0 0,1-1 0,0 0 0,13 13 0,-13-15-1365,-1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42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608 0 24575,'-2'5'0,"0"-1"0,0 0 0,0 0 0,0 0 0,-1-1 0,0 1 0,0 0 0,0-1 0,0 0 0,0 0 0,-1 0 0,-4 3 0,-9 11 0,-97 98 0,50-54 0,10-21 0,15-14 0,-17 19 0,-52 39 0,101-80-77,-8 5-138,1 1 1,1 0-1,0 1 0,0 0 1,-21 25-1,28-28-6611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4:47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1 228 24575,'2'37'0,"1"-1"0,13 57 0,-1-12 0,-12-63 0,3 23 0,2 75 0,-8-115 0,0-1 0,0 0 0,0 0 0,0 1 0,0-1 0,0 0 0,0 1 0,0-1 0,0 0 0,0 1 0,0-1 0,0 0 0,0 1 0,0-1 0,0 0 0,0 1 0,0-1 0,0 0 0,0 1 0,1-1 0,-1 0 0,0 0 0,0 1 0,0-1 0,1 0 0,-1 0 0,0 1 0,0-1 0,0 0 0,1 0 0,-1 1 0,0-1 0,1 0 0,-1 0 0,1 0 0,10-8 0,19-37 0,-12 18 0,-2 5 0,-2 0 0,0-1 0,-1-1 0,10-28 0,-10 22 0,2 1 0,20-32 0,-12 24 0,27-58 0,-8 14 0,-36 72-91,0 0 0,1 1 0,0 0 0,1 1 0,0 0 0,0 0 0,0 1 0,1 0 0,0 0 0,0 1 0,1 0 0,0 0 0,-1 1 0,20-5 0,-17 6-6735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5:16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2 636 24575,'-2'103'0,"5"112"0,-3-210 0,1-1 0,0 1 0,0-1 0,0 1 0,0-1 0,1 1 0,0-1 0,0 0 0,4 6 0,-6-9 0,1-1 0,-1 1 0,1 0 0,-1-1 0,1 1 0,-1-1 0,1 1 0,0-1 0,0 1 0,-1-1 0,1 1 0,0-1 0,0 0 0,-1 1 0,1-1 0,0 0 0,0 1 0,0-1 0,0 0 0,-1 0 0,2 0 0,0 0 0,-1-1 0,1 1 0,-1-1 0,1 1 0,-1-1 0,0 0 0,0 0 0,1 1 0,-1-1 0,0 0 0,0 0 0,0 0 0,0 0 0,0-1 0,0 1 0,2-3 0,3-6 0,0 0 0,-1-1 0,0 0 0,0-1 0,3-12 0,-4 10 0,1 0 0,13-25 0,61-102 0,-65 116 0,-2 0 0,9-28 0,12-24 0,-22 55 0,1-4 0,0 1 0,2 1 0,0 0 0,2 1 0,1 1 0,26-28 0,-35 42 0,0-1 0,-1-1 0,0 1 0,9-18 0,-10 16 0,1 0 0,1 1 0,15-19 0,31-34-39,13-14 168,-62 71-261,1 1 0,0 1-1,0-1 1,0 1 0,0 0-1,1 0 1,-1 1 0,1 0 0,0 0-1,12-3 1,-6 4-6694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5:23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 24575,'-15'15'0,"2"1"0,-21 31 0,25-33 0,-1 1 0,-1-2 0,0 1 0,-22 19 0,32-32 0,-1 0 0,0 0 0,1 1 0,-1-1 0,1 1 0,0-1 0,-1 1 0,1 0 0,0-1 0,0 1 0,0 0 0,0 0 0,0 0 0,0 0 0,1-1 0,-1 1 0,1 0 0,-1 1 0,1-1 0,0 0 0,0 0 0,0 0 0,0 0 0,0 0 0,0 0 0,0 0 0,1 0 0,-1 0 0,1 0 0,-1 0 0,1 0 0,0 0 0,0 0 0,2 3 0,4 5 0,1 0 0,0 0 0,1-1 0,19 16 0,11 14 0,-1 9 0,-17-21 0,23 37 0,-37-53 0,-1 0 0,-1 0 0,0 1 0,-1-1 0,5 20 0,-8-27 0,0 0 0,0-1 0,-1 1 0,0 0 0,1-1 0,-2 1 0,1 0 0,0-1 0,-1 1 0,1 0 0,-1-1 0,0 1 0,0-1 0,-1 1 0,1-1 0,-1 0 0,1 1 0,-1-1 0,0 0 0,0 0 0,-1 0 0,1-1 0,-5 5 0,1-3 12,1-1 0,-1 0 0,1 0 0,-1-1 0,0 0 0,0 0 0,0 0 0,0-1 0,-13 2 0,15-3-111,-1 1 0,1-1 0,0 0 0,-1 0 0,1 0 0,-1 0 0,1-1 0,0 0 0,-1 0 0,1 0 0,0 0 0,0-1 0,0 1 0,-8-5 0,5-2-6727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5:23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24575,'335'0'-1365,"-319"0"-5461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5:25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0 213 24575,'6'-1'0,"0"1"0,0-1 0,0 0 0,0-1 0,0 1 0,-1-1 0,1 0 0,0-1 0,-1 1 0,0-1 0,1 0 0,-1 0 0,0-1 0,-1 0 0,1 0 0,6-7 0,5-7 0,0-2 0,24-38 0,5-7 0,-45 64 0,0 1 0,0 0 0,0 0 0,1 0 0,-1-1 0,0 1 0,0 0 0,0 0 0,0 0 0,0-1 0,0 1 0,0 0 0,1 0 0,-1 0 0,0 0 0,0-1 0,0 1 0,0 0 0,1 0 0,-1 0 0,0 0 0,0 0 0,0 0 0,1 0 0,-1-1 0,0 1 0,0 0 0,0 0 0,1 0 0,-1 0 0,0 0 0,0 0 0,0 0 0,1 0 0,-1 0 0,0 0 0,0 0 0,1 0 0,-1 0 0,0 1 0,0-1 0,0 0 0,1 0 0,-1 0 0,0 0 0,0 0 0,0 0 0,0 0 0,1 1 0,-1-1 0,0 0 0,0 0 0,0 0 0,1 1 0,1 17 0,-6 21 0,-9 39 0,4 0 0,1 103 0,8-12-1365,0-154-5461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5:26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37 24575,'0'-2'0,"-1"0"0,0 1 0,1-1 0,-1 0 0,0 0 0,0 1 0,0-1 0,0 1 0,0-1 0,0 1 0,0-1 0,0 1 0,-1 0 0,1-1 0,-1 1 0,1 0 0,-1 0 0,1 0 0,-1 0 0,0 1 0,1-1 0,-1 0 0,0 0 0,0 1 0,1 0 0,-1-1 0,0 1 0,0 0 0,-3 0 0,-57-3 0,57 4 0,-1 0 0,1 0 0,-1 1 0,1-1 0,0 1 0,-1 1 0,1-1 0,0 1 0,0 0 0,1 0 0,-1 0 0,1 1 0,-1-1 0,1 1 0,0 0 0,0 0 0,1 1 0,-1-1 0,1 1 0,-5 10 0,-1 4 0,0 0 0,1 0 0,1 1 0,-5 26 0,3-10 0,3-16 0,1 0 0,0 1 0,2 0 0,-1 37 0,4-51 0,0 0 0,0-1 0,1 1 0,0 0 0,0-1 0,1 1 0,0-1 0,0 0 0,0 1 0,1-1 0,0 0 0,4 6 0,-5-9 0,1 0 0,0 0 0,0 0 0,0 0 0,0-1 0,1 0 0,-1 1 0,1-1 0,0 0 0,-1-1 0,1 1 0,0 0 0,0-1 0,0 0 0,0 0 0,0 0 0,0-1 0,0 0 0,1 1 0,5-2 0,7 2 0,0-2 0,0 0 0,0-1 0,0-1 0,0 0 0,22-8 0,-32 8 0,0 0 0,0-1 0,0 1 0,0-1 0,-1-1 0,1 1 0,-1-1 0,0 0 0,-1-1 0,1 1 0,-1-1 0,0 0 0,0-1 0,-1 1 0,0-1 0,4-8 0,13-26 0,-13 28 0,-1 0 0,-1-1 0,8-22 0,-7 8 0,0 7 0,0-1 0,-2 0 0,-1 0 0,-1 0 0,1-36 0,-4 55-62,-1-1 0,1 1 0,-1 0 0,0-1 0,0 1 0,0 0 0,0 0 0,0 0 0,-1 0 0,0 0 0,1 0 0,-1 0-1,0 0 1,0 1 0,-1-1 0,1 1 0,0-1 0,-1 1 0,0 0 0,1 0 0,-6-3 0,-3 1-6764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7:54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24575,'-4'1'0,"0"0"0,0 0 0,0 0 0,1 1 0,-1-1 0,0 1 0,1 0 0,-1 0 0,1 0 0,-1 1 0,1-1 0,0 1 0,-4 4 0,0 0 0,1 0 0,0 0 0,0 0 0,0 1 0,-4 8 0,6-7 0,-1 0 0,2 0 0,-1 1 0,1-1 0,1 1 0,0 0 0,-1 12 0,2-19 0,1-1 0,0 0 0,0 0 0,0 1 0,0-1 0,1 0 0,-1 0 0,1 1 0,-1-1 0,1 0 0,0 0 0,0 0 0,-1 0 0,2 0 0,-1 0 0,0 0 0,0 0 0,1 0 0,-1 0 0,1-1 0,-1 1 0,1-1 0,0 1 0,-1-1 0,1 1 0,0-1 0,0 0 0,0 0 0,0 0 0,0 0 0,0 0 0,1-1 0,-1 1 0,0-1 0,0 1 0,5-1 0,1 2 0,0-2 0,0 1 0,0-1 0,0-1 0,0 1 0,0-1 0,0-1 0,0 1 0,0-1 0,0-1 0,13-5 0,-18 6 0,1-1 0,0 1 0,-1-1 0,1 0 0,-1 0 0,0 0 0,0 0 0,0-1 0,-1 1 0,1-1 0,-1 1 0,0-1 0,0 0 0,0 0 0,0 0 0,0 0 0,-1 0 0,0-1 0,0 1 0,0 0 0,-1-1 0,1 1 0,-1-5 0,0 2-124,1-1 0,-2 1 0,1 0 0,-1 0 0,0 0 0,0 0-1,-1 0 1,1 0 0,-2 0 0,-3-8 0,-1 4-6702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7:56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27 24575,'0'-1'0,"-1"0"0,1 0 0,0 1 0,0-1 0,0 0 0,-1 0 0,1 1 0,0-1 0,-1 0 0,1 1 0,-1-1 0,1 0 0,-1 1 0,1-1 0,-1 1 0,1-1 0,-1 1 0,1-1 0,-1 1 0,0-1 0,1 1 0,-1 0 0,0-1 0,1 1 0,-1 0 0,0-1 0,0 1 0,1 0 0,-1 0 0,0 0 0,0 0 0,0 0 0,1 0 0,-1 0 0,0 0 0,0 0 0,1 0 0,-1 0 0,0 0 0,0 1 0,1-1 0,-1 0 0,0 1 0,1-1 0,-2 1 0,-2 0 0,1 0 0,-1 1 0,1-1 0,-1 1 0,1-1 0,0 1 0,0 0 0,-5 4 0,3 2 0,-1-1 0,1 1 0,1 1 0,0-1 0,0 1 0,0-1 0,1 1 0,1 0 0,-1 0 0,1 1 0,1-1 0,-1 10 0,2-15 0,-1-1 0,1 0 0,0 0 0,0 0 0,1 1 0,-1-1 0,1 0 0,-1 0 0,1 0 0,0 0 0,0 0 0,0 0 0,1 0 0,-1 0 0,1 0 0,0 0 0,-1-1 0,1 1 0,0-1 0,1 1 0,-1-1 0,0 0 0,1 0 0,-1 0 0,1 0 0,0 0 0,-1-1 0,1 1 0,0-1 0,0 0 0,0 0 0,0 0 0,0 0 0,0 0 0,1-1 0,-1 1 0,4-1 0,4 1 0,-1 0 0,1-1 0,0 0 0,-1-1 0,15-2 0,-22 2 0,0 0 0,0 0 0,0 0 0,0-1 0,-1 1 0,1-1 0,0 1 0,-1-1 0,0 0 0,1 0 0,-1 0 0,0 0 0,0-1 0,0 1 0,0 0 0,0-1 0,-1 0 0,1 1 0,-1-1 0,1 0 0,-1 0 0,1-4 0,5-13 0,-3 9 0,0 0 0,-1 0 0,0 0 0,-1 0 0,0-1 0,0-11 0,-2 20 0,-1 1 0,1-1 0,-1 0 0,1 0 0,-1 0 0,0 1 0,0-1 0,0 0 0,0 1 0,0-1 0,-1 1 0,1 0 0,-1-1 0,1 1 0,-1 0 0,0 0 0,0 0 0,0 0 0,0 0 0,-1 0 0,1 1 0,0-1 0,-1 1 0,1-1 0,-1 1 0,1 0 0,-1 0 0,0 0 0,-5-1 0,-19-6-1365,17 3-5461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7:5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24575,'-5'0'0,"0"0"0,0 0 0,0 1 0,0-1 0,0 1 0,0 1 0,0-1 0,0 0 0,1 1 0,-1 0 0,1 0 0,-1 1 0,1-1 0,0 1 0,0 0 0,0 0 0,0 1 0,0-1 0,1 1 0,-1-1 0,1 1 0,0 0 0,0 0 0,1 1 0,-1-1 0,1 1 0,0-1 0,0 1 0,0 0 0,1-1 0,0 1 0,0 0 0,-1 10 0,-6 24 0,3-15 0,0 1 0,-1 39 0,5-59 0,1 0 0,0 1 0,1-1 0,-1 0 0,1 0 0,0 1 0,0-1 0,1 0 0,0 0 0,-1 0 0,2 0 0,-1 0 0,0-1 0,1 1 0,0-1 0,0 0 0,7 8 0,-5-8 0,0-1 0,0 1 0,1-1 0,-1 0 0,1-1 0,0 1 0,0-1 0,0 0 0,0 0 0,0-1 0,0 0 0,8 1 0,-11-2 0,0 0 0,0 0 0,0 1 0,0-2 0,0 1 0,0 0 0,0-1 0,0 1 0,0-1 0,0 0 0,-1 0 0,1 0 0,0 0 0,0 0 0,-1-1 0,1 1 0,-1-1 0,1 0 0,-1 0 0,0 0 0,1 0 0,-1 0 0,0 0 0,-1-1 0,1 1 0,2-5 0,4-14 0,-1-1 0,-1 0 0,-2 0 0,0-1 0,2-36 0,0-3 0,-4 50 0,-1 0 0,-1 0 0,0 0 0,-2-16 0,2 25 0,0 0 0,-1 1 0,0-1 0,0 0 0,0 0 0,0 1 0,0-1 0,0 1 0,-1-1 0,1 1 0,-3-3 0,3 4 0,0 0 0,0 0 0,0 0 0,0 0 0,0 1 0,-1-1 0,1 0 0,0 1 0,0-1 0,-1 1 0,1-1 0,0 1 0,-1 0 0,1 0 0,-1-1 0,1 1 0,0 0 0,-1 0 0,1 0 0,-1 0 0,1 1 0,0-1 0,-3 1 0,-5 4-1365,2 2-5461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7:57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210 123 24575,'-4'1'0,"1"1"0,-1-1 0,1 1 0,-1 0 0,1 0 0,0 0 0,0 1 0,0-1 0,0 1 0,0-1 0,1 1 0,-1 0 0,-2 5 0,-16 12 0,-2-1 0,1 0 0,1 1 0,-22 27 0,39-43 0,1 1 0,0-1 0,-1 1 0,1 0 0,1 0 0,-1 0 0,1 0 0,0 1 0,0-1 0,1 1 0,-1-1 0,1 1 0,0 0 0,1-1 0,0 1 0,-1 0 0,2-1 0,0 10 0,0-11 0,0-1 0,1 1 0,-1-1 0,1 1 0,-1-1 0,1 0 0,0 0 0,0 1 0,1-1 0,-1-1 0,0 1 0,1 0 0,0-1 0,0 1 0,0-1 0,0 0 0,0 0 0,0 0 0,1 0 0,-1 0 0,0-1 0,1 1 0,0-1 0,-1 0 0,1-1 0,0 1 0,-1 0 0,8-1 0,-3 1 0,1 0 0,0-1 0,0 0 0,-1 0 0,1-1 0,0 0 0,-1-1 0,14-4 0,-18 4 0,1 0 0,-1 0 0,0 0 0,0-1 0,0 0 0,0 0 0,-1 0 0,1 0 0,-1-1 0,0 1 0,0-1 0,0 0 0,0 0 0,-1 0 0,1 0 0,2-9 0,12-24 0,-6 15 0,-2-1 0,11-36 0,-14 41 0,-2-1 0,0 0 0,0 0 0,-2-1 0,-1 1 0,0-1 0,-1 1 0,-6-38 0,6 55-80,-1 0 0,1 0-1,-1 0 1,0 0 0,1 0-1,-1 0 1,0 0 0,0 1-1,-1-1 1,1 0 0,0 1 0,-1-1-1,1 0 1,0 1 0,-1 0-1,-2-3 1,-6-1-6746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7:57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84 24575,'0'-1'0,"0"0"0,0 1 0,0-1 0,0 0 0,0 1 0,0-1 0,-1 0 0,1 1 0,0-1 0,-1 0 0,1 1 0,0-1 0,-1 1 0,1-1 0,-1 1 0,1-1 0,0 1 0,-1-1 0,1 1 0,-1-1 0,0 1 0,1 0 0,-1-1 0,1 1 0,-1 0 0,0 0 0,1-1 0,-1 1 0,1 0 0,-1 0 0,0 0 0,1 0 0,-1-1 0,0 1 0,0 0 0,1 1 0,-1-1 0,0 0 0,1 0 0,-1 0 0,1 0 0,-1 0 0,0 1 0,1-1 0,-1 0 0,0 0 0,0 1 0,-29 14 0,19-3 0,1-1 0,1 2 0,0-1 0,1 1 0,0 0 0,1 1 0,0 0 0,-8 27 0,13-34 0,1 1 0,0-1 0,0 0 0,0 0 0,1 0 0,1 1 0,-1-1 0,1 0 0,0 0 0,0 0 0,1 0 0,0 0 0,1 0 0,-1 0 0,5 8 0,-4-11 0,0-1 0,-1 1 0,2 0 0,-1-1 0,0 1 0,1-1 0,-1 0 0,1 0 0,0-1 0,0 1 0,0-1 0,1 0 0,-1 0 0,0 0 0,1 0 0,0-1 0,-1 0 0,1 0 0,0 0 0,-1 0 0,1-1 0,0 0 0,0 0 0,5-1 0,-7 1 0,0 0 0,0-1 0,0 0 0,0 1 0,0-1 0,-1 0 0,1-1 0,0 1 0,0 0 0,-1-1 0,1 0 0,-1 0 0,1 1 0,-1-1 0,0-1 0,1 1 0,-1 0 0,0 0 0,-1-1 0,1 1 0,0-1 0,2-4 0,2-8 0,0 0 0,-1 0 0,6-23 0,-8 25 0,0 0 0,1 1 0,8-17 0,-9 21 11,1 0 0,-2-1 0,1 1 0,-1 0 0,0-1 0,-1 1-1,0-1 1,0 1 0,-1-1 0,-1-11 0,1 13-125,-1 0 0,0 0-1,0 0 1,0 0 0,-1 0 0,0 0-1,0 0 1,-1 1 0,0-1 0,0 1-1,-1 0 1,-7-11 0,3 9-6712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7:5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63 24575,'-4'-1'0,"0"0"0,0 0 0,1 0 0,-1-1 0,1 1 0,-1-1 0,1 0 0,-5-3 0,-24-11 0,29 16 0,0 0 0,-1 0 0,1-1 0,0 2 0,0-1 0,0 0 0,-1 1 0,1-1 0,0 1 0,0 0 0,0 0 0,0 0 0,0 1 0,0-1 0,0 1 0,1-1 0,-1 1 0,0 0 0,1 0 0,0 0 0,-1 0 0,1 1 0,0-1 0,0 1 0,0-1 0,0 1 0,1 0 0,-1 0 0,-1 4 0,-5 10 0,0 1 0,2 0 0,-8 33 0,12-40 0,0-7 0,1 0 0,0 0 0,0 0 0,1 0 0,-1 0 0,1 0 0,0 0 0,0 0 0,1 1 0,-1-1 0,1 0 0,0 0 0,0 0 0,0 0 0,3 7 0,-1-7 0,0-1 0,0 0 0,0 1 0,0-1 0,0 0 0,1-1 0,-1 1 0,1-1 0,0 1 0,0-1 0,0 0 0,0 0 0,0-1 0,6 2 0,1 2 0,0-2 0,1 0 0,-1 0 0,0-1 0,1 0 0,0-1 0,13 0 0,-22-1 0,0-1 0,1 1 0,-1-1 0,0 0 0,0 0 0,0 0 0,1 0 0,-1-1 0,0 1 0,-1-1 0,1 0 0,0 0 0,0 0 0,-1 0 0,1 0 0,-1-1 0,0 1 0,0-1 0,0 0 0,0 1 0,0-1 0,-1 0 0,1 0 0,-1 0 0,1 0 0,-1 0 0,0-1 0,0 1 0,0-4 0,6-22 0,-1 1 0,-2-1 0,0 0 0,-2-1 0,-4-57 0,-1 72-1365,-1 4-5461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9:42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0 213 24575,'0'1'0,"1"0"0,-1 0 0,1-1 0,0 1 0,-1 0 0,1 0 0,0 0 0,-1 0 0,1-1 0,0 1 0,0 0 0,0-1 0,0 1 0,0 0 0,0-1 0,0 1 0,0-1 0,0 0 0,0 1 0,0-1 0,0 0 0,0 0 0,0 1 0,0-1 0,0 0 0,0 0 0,1 0 0,37 2 0,-35-2 0,100 0 0,-58-1 0,1 1 0,77 12 0,-93-8 0,0 0 0,1-2 0,-1-2 0,37-3 0,-66 3 0,-1 0 0,0 0 0,1 0 0,-1 0 0,0-1 0,0 1 0,1 0 0,-1-1 0,0 1 0,0 0 0,1-1 0,-1 1 0,0-1 0,0 0 0,0 1 0,0-1 0,0 0 0,0 0 0,0 0 0,0 0 0,0 0 0,0 0 0,0 0 0,-1 0 0,1 0 0,0 0 0,-1 0 0,1 0 0,-1-1 0,1 1 0,-1 0 0,0 0 0,1-1 0,-1 1 0,0 0 0,0-1 0,0 1 0,0 0 0,0-3 0,-2-5 0,0 1 0,0-1 0,-1 1 0,0 0 0,-5-10 0,-4-12 0,9 20 0,1-3 0,-1 1 0,-1-1 0,0 1 0,-1 0 0,0 0 0,0 1 0,-11-16 0,15 27 0,1 1 0,-1-1 0,1 0 0,-1 1 0,1-1 0,0 1 0,-1-1 0,1 1 0,-1-1 0,1 1 0,0-1 0,0 1 0,-1 0 0,1-1 0,0 1 0,0-1 0,0 1 0,0 0 0,-1-1 0,1 1 0,0-1 0,0 1 0,0 0 0,0-1 0,1 1 0,-1 0 0,0-1 0,0 1 0,1 0 0,-1 27 0,4-16 0,1 0 0,0 0 0,0 0 0,2-1 0,-1 0 0,13 17 0,-11-18 0,-1 0 0,0 1 0,-1 0 0,0 0 0,-1 1 0,0-1 0,4 18 0,-2-2-36,4 34-1293,-11-47-5497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9:42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24575,'10'-1'0,"0"1"0,0 1 0,1-1 0,-1 2 0,0-1 0,-1 2 0,1-1 0,0 1 0,0 1 0,-1 0 0,0 0 0,0 1 0,0 0 0,-1 0 0,1 1 0,-1 0 0,11 11 0,-16-12 0,0 0 0,-1 0 0,0 0 0,0 0 0,0 0 0,0 1 0,-1-1 0,0 0 0,0 1 0,-1-1 0,1 1 0,-1 7 0,0-4 0,-1 0 0,1 1 0,-1-1 0,-1 0 0,0 0 0,-5 15 0,2-16 0,-1 0 0,0 0 0,0-1 0,-1 0 0,0 0 0,-9 7 0,-9 9 0,11-4 0,16-9 0,1-9 0,0 0 0,0 0 0,0-1 0,0 1 0,0-1 0,0 0 0,0 0 0,0 0 0,0 0 0,0 0 0,4-2 0,4 0-58,0-1-1,-1 0 0,1-1 1,0 0-1,-1 0 0,15-10 1,-11 6-897,-2 3-5871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9:43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 24575,'1'2'0,"-1"0"0,1 0 0,-1 0 0,1 0 0,0 0 0,0 0 0,-1 0 0,2 0 0,-1 0 0,0 0 0,0 0 0,1 0 0,-1-1 0,0 1 0,1 0 0,0-1 0,-1 0 0,1 1 0,0-1 0,0 0 0,0 0 0,0 0 0,0 0 0,0 0 0,0 0 0,0-1 0,2 1 0,6 2 0,-1-1 0,0 0 0,0 0 0,19 0 0,694-2 0,-311-2 0,-409 3 0,0-1 0,0 0 0,0 0 0,0 0 0,0 0 0,0-1 0,0 1 0,0 0 0,0-1 0,0 1 0,0-1 0,0 0 0,0 0 0,0 0 0,-1 0 0,1 0 0,0 0 0,0 0 0,-1 0 0,1-1 0,1-2 0,-2 3 0,0-1 0,-1 0 0,1 0 0,-1 0 0,1 0 0,-1 0 0,0 0 0,0 0 0,0 0 0,0 0 0,0 1 0,-1-1 0,1 0 0,0 0 0,-1 0 0,0 0 0,1 0 0,-2-2 0,-6-11 0,-1 0 0,0 0 0,0 1 0,-14-14 0,15 17 0,-12-14 0,-1-4 0,-2 2 0,-27-26 0,39 41 0,-19-15 0,30 27 0,-1-1 0,1 1 0,0 0 0,-1 0 0,1 0 0,-1 0 0,1-1 0,0 1 0,-1 0 0,1 0 0,-1 0 0,1 0 0,-1 0 0,1 0 0,0 0 0,-1 0 0,1 0 0,-1 0 0,1 1 0,0-1 0,-1 0 0,1 0 0,-1 0 0,1 0 0,0 1 0,-1-1 0,1 0 0,-1 1 0,-5 21 0,6-17 0,1 0 0,0 0 0,0 0 0,0 0 0,0 0 0,1 0 0,0 0 0,0-1 0,0 1 0,0-1 0,1 1 0,0-1 0,0 0 0,0 0 0,0 0 0,1-1 0,0 1 0,-1-1 0,1 1 0,7 3 0,10 7 0,1-1 0,40 19 0,-50-26 0,3-1 0,-1 0 0,1 0 0,0-2 0,1 0 0,14 1 0,-17-3 0,0 1 0,0 0 0,0 1 0,-1 0 0,1 1 0,-1 0 0,20 11 0,-30-14 0,0 0 0,0 1 0,0-1 0,-1 1 0,1-1 0,0 1 0,0 0 0,-1 0 0,1 0 0,-1 0 0,0 0 0,0 0 0,1 0 0,-1 1 0,-1-1 0,1 0 0,0 1 0,0-1 0,-1 1 0,1 2 0,-1 0 0,0 0 0,-1-1 0,1 1 0,-1 0 0,0 0 0,0 0 0,-1-1 0,1 1 0,-5 7 0,0 0 0,-1 0 0,0-1 0,-1 0 0,0 0 0,-1-1 0,-16 15 0,-37 21-1365,47-36-5461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9:44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24575,'3'0'0,"0"1"0,-1 0 0,1 0 0,0 0 0,-1 1 0,1-1 0,-1 0 0,1 1 0,-1 0 0,0 0 0,0-1 0,0 1 0,0 1 0,0-1 0,3 4 0,25 36 0,-27-36 0,0 0 0,-1 1 0,1-1 0,-2 1 0,1-1 0,-1 1 0,0 0 0,0 0 0,0 0 0,-1-1 0,0 1 0,-1 0 0,1 0 0,-2 0 0,1-1 0,0 1 0,-1 0 0,-1-1 0,1 0 0,-1 1 0,-5 8 0,7-14 0,1 0 0,-1 0 0,1 0 0,-1 0 0,1 1 0,0-1 0,0 0 0,-1 0 0,1 0 0,0 0 0,0 0 0,0 0 0,0 0 0,0 1 0,1-1 0,-1 0 0,0 0 0,0 0 0,1 0 0,-1 0 0,0 0 0,1 0 0,-1 0 0,1 0 0,0 0 0,-1 0 0,1 0 0,0 0 0,-1-1 0,1 1 0,0 0 0,0 0 0,0-1 0,0 1 0,0 0 0,0-1 0,2 2 0,50 14 0,-23-8 0,-1 5-1365,-18-7-5461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9:4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0 235 24575,'1'1'0,"-1"1"0,1-1 0,0 1 0,0 0 0,0-1 0,-1 1 0,2-1 0,-1 0 0,0 1 0,0-1 0,0 0 0,1 0 0,-1 0 0,0 0 0,1 0 0,-1 0 0,1 0 0,0 0 0,-1-1 0,1 1 0,-1 0 0,1-1 0,0 1 0,0-1 0,2 0 0,46 8 0,284-6 0,-166-4 0,-60 0 0,116 4 0,-200 3 0,-23-4 0,0-1 0,-1 1 0,1-1 0,0 0 0,-1 1 0,1-1 0,0 0 0,-1 1 0,1-1 0,0 0 0,-1 0 0,1 0 0,0 0 0,0 0 0,-1 0 0,1 0 0,0 0 0,0 0 0,-1 0 0,1 0 0,0 0 0,0 0 0,-1-1 0,1 1 0,0 0 0,-1 0 0,1-1 0,0 0 0,-5-10 0,1-1 0,0 0 0,0 0 0,1 0 0,1-1 0,0-19 0,-6-33 0,7 58 0,-1 0 0,-1 0 0,1 0 0,-1 1 0,-1-1 0,1 0 0,-1 1 0,0 0 0,0-1 0,-1 1 0,0 1 0,0-1 0,-1 0 0,-7-7 0,12 13 0,-1-1 0,1 1 0,-1 0 0,1-1 0,-1 1 0,1 0 0,-1 0 0,1-1 0,-1 1 0,1 0 0,-1 0 0,1 0 0,-1-1 0,1 1 0,-1 0 0,1 0 0,-1 0 0,1 0 0,-1 0 0,0 0 0,1 0 0,-1 1 0,1-1 0,-1 0 0,1 0 0,-1 0 0,1 0 0,-1 1 0,1-1 0,-1 0 0,1 1 0,-1-1 0,1 0 0,-1 1 0,-7 21 0,8 27 0,2-42 0,0 0 0,0-1 0,1 1 0,0-1 0,0 0 0,0 1 0,1-1 0,0-1 0,0 1 0,0-1 0,1 1 0,5 4 0,4 1 0,0-1 0,0 0 0,21 10 0,-19-11 0,0 0 0,0 2 0,17 14 0,-31-23 5,0 1-1,0-1 1,0 0 0,-1 1-1,1 0 1,-1-1-1,1 1 1,-1 0 0,0 0-1,0-1 1,0 1 0,0 0-1,-1 0 1,1 0-1,-1 0 1,0 0 0,1 1-1,-1-1 1,-1 0-1,1 0 1,0 0 0,-1 0-1,0 0 1,0 0-1,-1 4 1,0-3-98,0 1 0,0-1 1,0 0-1,0 1 0,-1-1 0,0 0 0,0-1 0,0 1 1,0 0-1,0-1 0,-1 0 0,0 1 0,1-1 1,-1-1-1,-7 5 0,0-3-6733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9:45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24575,'11'0'0,"1"1"0,-1 1 0,0 0 0,0 0 0,0 1 0,0 0 0,-1 1 0,19 9 0,2 4 0,42 32 0,-63-42 0,-6-4 0,0 0 0,0 1 0,0-1 0,0 1 0,-1 0 0,1 0 0,-1 0 0,0 0 0,0 1 0,-1-1 0,0 1 0,1 0 0,-1 0 0,-1 0 0,1 0 0,-1 0 0,0 0 0,0 0 0,0 0 0,-1 0 0,0 1 0,0-1 0,0 0 0,-1 0 0,1 0 0,-1 1 0,0-1 0,-1 0 0,0 0 0,1 0 0,-1-1 0,-1 1 0,1 0 0,-1-1 0,0 1 0,0-1 0,0 0 0,0 0 0,-1 0 0,0-1 0,0 1 0,-7 5 0,-92 74 0,70-56 0,33-27 0,-1 0 0,1 0 0,0 0 0,0 1 0,0-1 0,0 0 0,0 0 0,-1 1 0,1-1 0,0 0 0,0 0 0,0 1 0,0-1 0,0 0 0,0 0 0,0 1 0,0-1 0,0 0 0,0 1 0,0-1 0,0 0 0,0 0 0,0 1 0,0-1 0,1 0 0,-1 0 0,0 1 0,0-1 0,0 0 0,0 0 0,0 0 0,0 1 0,1-1 0,-1 0 0,0 0 0,0 0 0,0 1 0,1-1 0,-1 0 0,0 0 0,25 4 0,47-5-1365,-56 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8:0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24575,'1'2'0,"-1"0"0,0 1 0,1-1 0,0 1 0,0-1 0,-1 0 0,1 0 0,1 1 0,-1-1 0,0 0 0,0 0 0,1 0 0,-1 0 0,1-1 0,0 1 0,-1 0 0,1 0 0,0-1 0,0 0 0,0 1 0,0-1 0,0 0 0,1 0 0,2 2 0,10 3 0,-1-1 0,30 6 0,-14-2 0,-27-8 0,214 65 0,-178-57 0,0-1 0,0-2 0,67 2 0,-21 3 0,-73-8 0,1-1 0,0 0 0,0 0 0,0-2 0,0 1 0,0-2 0,-1 1 0,26-6 0,-38 6 0,1-1 0,-1 1 0,1 0 0,-1 0 0,1 0 0,-1-1 0,1 1 0,-1 0 0,0-1 0,1 1 0,-1 0 0,1-1 0,-1 1 0,0 0 0,1-1 0,-1 1 0,0-1 0,0 1 0,1-1 0,-1 1 0,0-1 0,0 1 0,0-1 0,1 1 0,-1-1 0,0 1 0,0-1 0,0 1 0,0-1 0,0 1 0,0-1 0,0 1 0,0-2 0,-10-21 0,-23-19 0,32 41 0,-35-43 0,24 28 0,-1 1 0,-26-25 0,44 44 0,6 6 0,2-1 0,-1 0 0,1 0 0,15 7 0,7-4 0,-28-10 0,-1 0 0,1 1 0,-1-1 0,0 1 0,0 0 0,7 5 0,-11-6 0,0 0 0,0 1 0,0-1 0,0 0 0,0 1 0,0-1 0,-1 1 0,1 0 0,-1-1 0,0 1 0,0 0 0,0 0 0,0 0 0,0 0 0,-1 0 0,1 0 0,-1 6 0,1 1 0,0-1 0,-1 1 0,0 0 0,-1-1 0,0 1 0,0-1 0,-1 1 0,-1-1 0,0 0 0,0 1 0,0-1 0,-1-1 0,0 1 0,-1-1 0,-6 10 0,-20 40-1365,24-50-5461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28:09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24575,'0'-1'0,"0"0"0,0-1 0,1 1 0,-1-1 0,0 1 0,0 0 0,1-1 0,-1 1 0,1 0 0,-1 0 0,1-1 0,-1 1 0,1 0 0,0 0 0,0 0 0,-1 0 0,1 0 0,0 0 0,0 0 0,0 0 0,0 0 0,0 0 0,1 0 0,-1 0 0,2 0 0,0-1 0,1 1 0,0 0 0,0 0 0,0 0 0,-1 1 0,1-1 0,0 1 0,0 0 0,4 0 0,5 1 0,-1 1 0,0 0 0,1 1 0,22 8 0,-26-8 0,-1 2 0,0-1 0,0 2 0,0-1 0,-1 1 0,1 0 0,-1 0 0,-1 1 0,1-1 0,-1 2 0,-1-1 0,10 16 0,-11-17 0,-1 0 0,0 0 0,-1 1 0,1-1 0,-1 1 0,0 0 0,-1 0 0,1-1 0,-2 1 0,1 0 0,-1 0 0,0 0 0,0 0 0,0 0 0,-1 0 0,-1 0 0,1 0 0,-3 8 0,-5 1 0,1 1 0,-2-2 0,-18 25 0,13-19 0,-3 2 0,-2-1 0,0 0 0,-44 35 0,42-40 0,16-13 0,-1 1 0,1-1 0,0 1 0,0 1 0,1-1 0,-8 11 0,13-16 0,0 0 0,0 0 0,-1 0 0,1 0 0,0 1 0,0-1 0,0 0 0,0 0 0,0 0 0,0 0 0,0 1 0,0-1 0,0 0 0,0 0 0,0 0 0,0 0 0,0 1 0,0-1 0,0 0 0,0 0 0,0 0 0,1 0 0,-1 0 0,0 1 0,0-1 0,0 0 0,0 0 0,0 0 0,0 0 0,0 0 0,0 1 0,0-1 0,1 0 0,-1 0 0,0 0 0,0 0 0,0 0 0,0 0 0,0 0 0,1 0 0,-1 0 0,0 0 0,0 0 0,0 0 0,0 0 0,1 1 0,-1-1 0,0 0 0,14 0 0,11-5 0,19-8-99,-19 4-154,-1 2 0,1 1-1,0 1 1,37-3 0,-46 8-6573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04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24575,'672'0'0,"-643"3"0,-29-3 0,0-1 0,1 1 0,-1 0 0,1 0 0,-1 0 0,1 0 0,-1 0 0,1 0 0,-1 1 0,0-1 0,1 0 0,-1 0 0,1 0 0,-1 0 0,1 0 0,-1 1 0,0-1 0,1 0 0,-1 0 0,0 1 0,1-1 0,-1 0 0,0 1 0,1-1 0,-1 0 0,0 1 0,1-1 0,-1 0 0,0 1 0,0-1 0,0 1 0,1-1 0,-1 0 0,0 1 0,0-1 0,0 1 0,0-1 0,0 1 0,0-1 0,0 1 0,0-1 0,0 0 0,0 1 0,0-1 0,0 1 0,0-1 0,0 1 0,0-1 0,0 0 0,-1 1 0,1-1 0,0 1 0,0-1 0,0 0 0,-1 1 0,1 0 0,-1-1 0,1 0 0,-1 1 0,1-1 0,-1 0 0,0 0 0,1 1 0,-1-1 0,1 0 0,-1 0 0,0 0 0,1 0 0,-1 0 0,1 0 0,-1 0 0,0 0 0,1 0 0,-1 0 0,1 0 0,-1 0 0,0 0 0,1-1 0,-1 1 0,1 0 0,-1 0 0,1-1 0,-1 1 0,1 0 0,-1-1 0,1 1 0,-1 0 0,1-1 0,-1 1 0,1-1 0,0 1 0,-1-1 0,1 1 0,0-1 0,-1 1 0,1-1 0,0 1 0,-1-2 0,-16-25 0,15 24 0,-23-44 0,17 29 0,-2 0 0,0 1 0,0 0 0,-2 1 0,-22-25 0,34 41 0,0 0 0,0-1 0,0 1 0,-1 0 0,1 0 0,0-1 0,0 1 0,-1 0 0,1-1 0,0 1 0,0 0 0,-1 0 0,1 0 0,0-1 0,-1 1 0,1 0 0,0 0 0,-1 0 0,1 0 0,0 0 0,-1-1 0,1 1 0,0 0 0,-1 0 0,1 0 0,-1 0 0,1 0 0,0 0 0,-1 0 0,1 0 0,0 1 0,-1-1 0,1 0 0,0 0 0,-1 0 0,0 0 0,-1 15 0,10 20 0,-2-27 0,0 0 0,1 0 0,0 0 0,0-1 0,1 0 0,-1 0 0,1-1 0,1 0 0,14 8 0,7 2 0,49 19 0,-5-17 0,-60-16 0,0 1 0,0 1 0,0 0 0,15 6 0,-27-8 0,1 0 0,-1 0 0,0 1 0,1-1 0,-1 0 0,0 1 0,0-1 0,-1 1 0,1 0 0,-1 0 0,1-1 0,-1 1 0,0 0 0,0 0 0,0 1 0,0-1 0,0 0 0,-1 0 0,0 0 0,1 0 0,-1 1 0,0-1 0,-1 0 0,1 0 0,-1 0 0,0 5 0,-1 5 0,-1 0 0,0-1 0,-1 1 0,0-1 0,-7 15 0,-5-1-1365,10-15-5461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0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24575,'21'-1'0,"0"2"0,0 0 0,0 1 0,0 1 0,24 7 0,-40-8 0,1 0 0,-1 0 0,0 0 0,0 1 0,0 0 0,0 0 0,0 0 0,0 1 0,-1-1 0,0 1 0,0 0 0,0 0 0,0 1 0,0-1 0,-1 1 0,0 0 0,0 0 0,0 0 0,-1 0 0,0 0 0,0 1 0,0-1 0,0 1 0,0 6 0,-1-7 0,-1 0 0,0 0 0,0-1 0,0 1 0,-1 0 0,1-1 0,-1 1 0,0 0 0,-1-1 0,1 1 0,-1-1 0,0 1 0,0-1 0,0 0 0,0 0 0,-1 0 0,0 0 0,0 0 0,0-1 0,0 1 0,0-1 0,-1 0 0,-5 4 0,-4 3 0,-1-1 0,1-1 0,-2 0 0,1 0 0,-25 7 0,26-8 0,15-3 0,33 1 0,-28-5 0,0 1 0,0-1 0,0 2 0,0-1 0,11 4 0,-15-3 0,1 0 0,-1 1 0,0-1 0,0 1 0,0-1 0,0 1 0,0 0 0,-1 0 0,1 1 0,-1-1 0,0 0 0,0 1 0,0 0 0,-1-1 0,1 1 0,-1 0 0,0 0 0,0 0 0,0 0 0,0 0 0,-1 0 0,1 0 0,-1 0 0,0 0 0,-1 0 0,0 4 0,-2 7 0,-1 0 0,0 0 0,-1-1 0,-1 1 0,-10 17 0,14-29 0,-11 39 0,11-35 0,0 1 0,0-1 0,0 0 0,-1 0 0,-7 12 0,9-17 0,0-1 0,0 1 0,-1-1 0,1 0 0,-1 1 0,1-1 0,-1 0 0,1 0 0,-1 0 0,0 0 0,1 0 0,-1 0 0,0 0 0,0 0 0,0-1 0,0 1 0,0-1 0,1 0 0,-1 1 0,0-1 0,0 0 0,0 0 0,0 0 0,0 0 0,0-1 0,-3 0 0,-41-15-1365,34 10-5461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5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2 24575,'-19'0'0,"-18"-2"0,0 2 0,0 2 0,0 2 0,0 1 0,1 1 0,-43 14 0,64-15 0,0 1 0,0 1 0,1 0 0,0 1 0,0 0 0,1 2 0,0-1 0,1 1 0,-16 17 0,24-22 0,-1 0 0,1 0 0,1 1 0,-1 0 0,1-1 0,0 1 0,0 0 0,1 1 0,-1-1 0,2 0 0,-1 1 0,1 0 0,-1-1 0,2 1 0,-1-1 0,1 1 0,0 0 0,1 0 0,-1-1 0,1 1 0,0-1 0,1 1 0,0-1 0,0 1 0,3 5 0,42 82 0,-30-62 0,20 48 0,83 263 0,-110-321 0,-1 2 0,-2-1 0,0 1 0,-2 0 0,0 0 0,-2 1 0,1 37 0,-4-55 0,0 0 0,-1 0 0,0 0 0,0 0 0,-1 0 0,1 0 0,-2 0 0,1 0 0,-1-1 0,0 1 0,0-1 0,-8 12 0,8-14 0,-1-1 0,0 1 0,0-1 0,0 0 0,0 0 0,0 0 0,0 0 0,-1-1 0,1 1 0,-1-1 0,0 0 0,0-1 0,0 1 0,0-1 0,0 0 0,0 0 0,0-1 0,-9 1 0,-3-1-1365,2 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24575,'111'-2'0,"115"4"0,-92 19 49,-73-10-1463,-46-9-5412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6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31 24575,'1'-1'0,"-1"0"0,0 0 0,0 0 0,0-1 0,0 1 0,-1 0 0,1 0 0,0 0 0,0 0 0,-1 0 0,1-1 0,0 1 0,-1 0 0,1 0 0,-1 0 0,0 0 0,1 0 0,-1 0 0,0 0 0,0 1 0,1-1 0,-1 0 0,0 0 0,0 0 0,0 1 0,0-1 0,0 1 0,-2-2 0,1 2 0,-1-1 0,1 1 0,-1 0 0,0 0 0,1 0 0,-1 0 0,0 0 0,1 0 0,-1 1 0,1-1 0,-1 1 0,-2 1 0,-5 2 0,0 0 0,0 1 0,1 0 0,-1 0 0,-11 11 0,5-2 0,1 1 0,0 0 0,1 2 0,1-1 0,0 2 0,2 0 0,0 0 0,0 1 0,2 0 0,1 1 0,0 0 0,-6 27 0,13-41 0,0-1 0,0 0 0,1 1 0,0-1 0,0 0 0,0 1 0,1-1 0,0 0 0,0 0 0,0 1 0,0-1 0,1 0 0,0 0 0,3 6 0,-3-8 0,1 0 0,-1 0 0,0-1 0,1 1 0,0 0 0,0-1 0,-1 0 0,1 0 0,1 0 0,-1 0 0,0 0 0,0-1 0,1 0 0,-1 1 0,1-1 0,-1 0 0,1 0 0,-1-1 0,1 1 0,-1-1 0,7 0 0,8 0 0,-1 0 0,0-1 0,0-1 0,0 0 0,0-2 0,22-6 0,-30 7 0,0-1 0,-1 0 0,1 0 0,-1-1 0,0 0 0,0-1 0,0 1 0,-1-2 0,0 1 0,0-1 0,0 0 0,-1 0 0,5-9 0,-8 11 0,0 0 0,-1-1 0,0 1 0,0-1 0,0 1 0,-1-1 0,0 0 0,0 0 0,0 0 0,-1-6 0,-3-70 0,0 34 0,3 30-1365,0 3-5461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6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24575,'-1'0'0,"1"1"0,-1-1 0,0 1 0,0-1 0,0 1 0,1-1 0,-1 1 0,0 0 0,0-1 0,1 1 0,-1 0 0,1 0 0,-1-1 0,0 1 0,1 0 0,0 0 0,-1 0 0,1 0 0,-1 0 0,1 0 0,0 0 0,0 1 0,-9 29 0,6-19 0,-4 13 0,-1 1 0,-1 0 0,-23 48 0,-32 46 0,64-120 0,0 0 0,0 0 0,1 0 0,-1 0 0,0 0 0,0 0 0,0 0 0,0 1 0,0-1 0,0 0 0,0 0 0,0 0 0,0 0 0,0 0 0,0 0 0,0 0 0,1 0 0,-1 0 0,0 0 0,0 0 0,0 0 0,0 0 0,0 1 0,0-1 0,0 0 0,0 0 0,0 0 0,0 0 0,0 0 0,0 0 0,0 0 0,0 0 0,0 0 0,0 0 0,0 1 0,14-15 0,17-21 0,23-59 0,-40 66 0,2 1 0,1 1 0,27-34 0,-39 54 0,0 0 0,1 0 0,-1 0 0,1 0 0,13-9 0,-19 15 0,1-1 0,0 1 0,-1 0 0,1-1 0,0 1 0,0 0 0,-1-1 0,1 1 0,0 0 0,0 0 0,-1 0 0,1 0 0,0 0 0,0 0 0,-1 0 0,1 0 0,0 0 0,0 0 0,0 0 0,-1 0 0,1 0 0,0 1 0,0-1 0,0 1 0,0 0 0,0 0 0,0 0 0,0 1 0,0-1 0,0 0 0,0 1 0,-1-1 0,1 1 0,0-1 0,-1 1 0,0-1 0,1 1 0,-1 0 0,0-1 0,1 1 0,-1-1 0,0 3 0,-8 45 0,-1-2 0,9-45 0,0 0 0,0 0 0,0 0 0,0 0 0,0 1 0,0-1 0,1 0 0,-1 0 0,1 0 0,-1 0 0,1 0 0,0 0 0,0 0 0,0 0 0,0-1 0,2 4 0,0-2 0,0-2 0,0 1 0,0 0 0,1-1 0,-1 1 0,0-1 0,0 0 0,1 0 0,-1 0 0,1 0 0,-1-1 0,1 1 0,-1-1 0,1 0 0,-1 0 0,7-1 0,57-10 0,-34 3 0,-8 1 0,0 2 0,1 0 0,46-1 0,5 6-1365,-57 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7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24575,'0'64'0,"2"-19"0,-3 0 0,-11 84 0,-29 164-1365,40-285-5461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24575,'0'3'0,"0"4"0,0 4 0,0 3 0,0 2 0,0 1 0,3-2 0,1-1 0,3-2 0,0-4-8191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8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24575,'0'6'0,"1"1"0,-1 1 0,0-1 0,0 1 0,0-1 0,-1 0 0,0 1 0,0-1 0,-1 0 0,0 1 0,0-1 0,-1 0 0,0-1 0,0 1 0,0 0 0,-1-1 0,0 0 0,-6 8 0,-11 11 0,1 2 0,2 0 0,0 1 0,2 1 0,-13 32 0,19-33 0,0 2 0,2-1 0,2 1 0,-6 54 0,6 122 0,6-155 0,0-48 4,0 1 0,0-1 0,0 0 0,0 0 0,1 1-1,-1-1 1,1 0 0,0 0 0,0 0 0,0 0 0,0 0 0,1 0-1,-1 0 1,1 0 0,0 0 0,0-1 0,0 1 0,0-1 0,0 1-1,0-1 1,1 0 0,-1 0 0,1 0 0,-1 0 0,1 0 0,0 0-1,0-1 1,0 0 0,4 2 0,6 0-229,0 0 1,0-1-1,0-1 1,0 0-1,25-2 1,-34 1 90,11 0-6692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8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24575,'33'1'0,"-1"2"0,1 1 0,-1 1 0,33 10 0,-30-8 0,50 3 0,-40-5 0,54-1-1365,-83-4-5461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9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1 193 24575,'10'-1'0,"0"0"0,0-1 0,0 0 0,0-1 0,-1 0 0,1 0 0,-1-1 0,0 0 0,0-1 0,0 0 0,0 0 0,-1-1 0,0 0 0,0-1 0,-1 1 0,0-2 0,0 1 0,0-1 0,-1 0 0,7-10 0,-13 16 0,1 0 0,0 0 0,0 0 0,-1-1 0,1 1 0,-1 0 0,1 0 0,-1 0 0,0 0 0,0-1 0,0 1 0,0 0 0,0 0 0,-1 0 0,1 0 0,0 0 0,-1-1 0,0 1 0,0 0 0,1 0 0,-1 0 0,0 0 0,-1 1 0,1-1 0,0 0 0,0 0 0,-1 1 0,1-1 0,-1 0 0,0 1 0,1 0 0,-1-1 0,0 1 0,0 0 0,0 0 0,0 0 0,0 0 0,0 0 0,0 1 0,-4-2 0,2 1 0,0-1 0,1 1 0,-1 0 0,-1 0 0,1 1 0,0-1 0,0 1 0,0 0 0,0 0 0,0 0 0,0 0 0,0 1 0,0 0 0,0 0 0,0 0 0,0 0 0,0 1 0,0-1 0,0 1 0,1 0 0,-6 4 0,5-1 0,0-1 0,0 1 0,1 0 0,0 0 0,0 1 0,0-1 0,1 1 0,-1 0 0,1-1 0,-2 13 0,-7 67 0,6-40 0,3-34 0,0 1 0,1-1 0,0 1 0,1 0 0,0-1 0,3 18 0,-2-27 0,-1 0 0,1 0 0,0 0 0,0 0 0,-1 0 0,1 0 0,1 0 0,-1 0 0,0-1 0,0 1 0,1-1 0,-1 1 0,1 0 0,-1-1 0,1 0 0,-1 1 0,3 0 0,-1-1 0,0 0 0,0 0 0,0 0 0,1 0 0,-1-1 0,0 1 0,0-1 0,1 0 0,-1 0 0,0 0 0,1 0 0,-1-1 0,0 1 0,4-2 0,9-2-1365,-2-1-5461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4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24575,'0'7'0,"1"13"0,-1 1 0,-1-1 0,-1 0 0,0 1 0,-2-1 0,-8 28 0,-44 87 0,82-166 0,29-42 0,-34 34 0,-17 28 0,1 1 0,0-1 0,1 2 0,1-1 0,-1 0 0,1 1 0,1 0 0,10-9 0,-17 17 0,0 0 0,0 1 0,-1-1 0,1 0 0,0 1 0,0-1 0,0 1 0,0-1 0,0 1 0,0-1 0,0 1 0,0 0 0,0 0 0,0-1 0,0 1 0,1 0 0,-1 0 0,0 0 0,0 0 0,0 0 0,0 0 0,0 0 0,0 1 0,0-1 0,0 0 0,0 1 0,0-1 0,0 0 0,0 1 0,0 0 0,0-1 0,1 2 0,0 0 0,0 0 0,-1 1 0,1-1 0,-1 1 0,0 0 0,1-1 0,-1 1 0,0 0 0,-1 0 0,1 0 0,0 5 0,1 8 0,-1-1 0,-1 1 0,-2 23 0,1-33 0,-1 0 0,0-1 0,-1 0 0,1 1 0,-1-1 0,0 0 0,0 0 0,-6 6 0,8-9 0,4-6 0,-3 4 0,13-13 0,-6 5 0,1 0 0,-1 0 0,2 1 0,-1 0 0,1 1 0,0-1 0,11-4 0,-20 11 0,1-1 0,0 1 0,-1 0 0,1 0 0,0 0 0,0 0 0,-1 0 0,1 0 0,0 0 0,-1 0 0,1 0 0,0 0 0,0 0 0,-1 1 0,1-1 0,0 0 0,-1 0 0,1 1 0,0-1 0,-1 0 0,1 1 0,-1-1 0,1 1 0,0-1 0,-1 1 0,1-1 0,-1 1 0,0-1 0,1 1 0,-1-1 0,1 1 0,-1 0 0,0-1 0,1 1 0,-1 0 0,0-1 0,0 1 0,1 0 0,-1-1 0,0 1 0,0 1 0,7 43 0,-3-20 0,-2-20-54,0 0-1,1 0 0,0 0 1,0 0-1,0-1 1,0 1-1,1-1 0,0 0 1,0 0-1,0 0 1,0 0-1,1-1 0,-1 0 1,1 0-1,0 0 0,0 0 1,0-1-1,0 0 1,0 0-1,1 0 0,-1-1 1,1 0-1,-1 0 1,8 1-1,2-2-6771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24575,'-2'30'0,"-2"0"0,-1 0 0,-1-1 0,-2 0 0,-22 55 0,22-61 0,1 0-1365,6-17-5461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0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24575,'0'3'0,"0"4"0,0 4 0,3 0 0,1-2-8191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0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 24575,'-10'54'0,"2"-21"0,1-4 0,-1 0 0,-2 0 0,0-1 0,-2 0 0,-24 39 0,2 1 0,46-88 0,0 1 0,1 1 0,18-18 0,18-27 0,-44 57 0,-3 1 0,1 1 0,0-1 0,0 1 0,1 0 0,-1-1 0,1 2 0,0-1 0,0 0 0,0 1 0,0 0 0,10-5 0,-14 8 0,1 0 0,0 1 0,0-1 0,0 1 0,0-1 0,0 1 0,-1-1 0,1 1 0,0-1 0,0 1 0,-1 0 0,1-1 0,0 1 0,-1 0 0,1 0 0,-1-1 0,1 1 0,-1 0 0,1 0 0,-1 0 0,0 0 0,1 0 0,-1 0 0,0 0 0,0 0 0,0 0 0,1 0 0,-1 0 0,0-1 0,0 1 0,-1 0 0,1 2 0,1 40 0,-2-38 0,-2 38 0,2-30 0,-1-1 0,2 1 0,0-1 0,0 1 0,1-1 0,0 1 0,5 16 0,-5-27-57,0 0 0,1 0 1,-1-1-1,1 1 0,-1-1 0,1 1 0,-1-1 0,1 0 0,0 1 0,-1-1 0,1 0 1,0 0-1,0 0 0,0-1 0,0 1 0,0 0 0,0-1 0,0 1 0,0-1 1,0 0-1,1 1 0,-1-1 0,4-1 0,9 2-6769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1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24575,'-1'4'0,"0"1"0,0-1 0,-1 1 0,1-1 0,-1 0 0,0 0 0,-3 6 0,-8 19 0,-9 101 0,19-82-1365,2-33-5461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1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24575,'0'3'0,"0"4"0,3 3 0,1 4 0,3 2 0,0 2 0,2-3 0,-1-4-8191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1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24575,'-1'0'0,"0"0"0,0 1 0,0 0 0,0-1 0,0 1 0,1-1 0,-1 1 0,0 0 0,0 0 0,0-1 0,1 1 0,-1 0 0,1 0 0,-1 0 0,0 0 0,1 0 0,-1 0 0,1 0 0,0 0 0,-1 0 0,1 0 0,0 0 0,0 0 0,-1 0 0,1 0 0,0 0 0,0 2 0,-2 35 0,2-33 0,-18 174 0,11-121 0,2-22 0,0 47 0,4-77 0,1 0 0,1 0 0,-1 0 0,1 1 0,0-1 0,0 0 0,1 0 0,0 0 0,0 0 0,0-1 0,5 9 0,-3-9 0,0-1 0,0 1 0,0-1 0,1 0 0,0-1 0,-1 1 0,2-1 0,-1 0 0,0 0 0,0 0 0,1-1 0,6 2 0,10 4-341,1-2 0,-1 0-1,38 4 1,-46-9-6485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1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24575,'3'0'0,"4"0"0,4 0 0,3 3 0,2 0 0,1 1 0,1-1 0,1 2 0,-1 1 0,0-2 0,1 0 0,-1-2 0,-1-1 0,-2 3 0,-1 0 0,0 0 0,0-2 0,-1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2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40 164 24575,'5'-1'0,"-1"1"0,0 0 0,0-1 0,0 0 0,0 0 0,0 0 0,-1 0 0,1-1 0,0 1 0,0-1 0,-1 0 0,1 0 0,-1-1 0,0 1 0,1-1 0,-1 0 0,0 1 0,-1-1 0,1 0 0,0-1 0,-1 1 0,0 0 0,3-5 0,-4 5 0,0 0 0,0 0 0,0 0 0,0 0 0,0 0 0,0 0 0,-1 0 0,1-1 0,-1 1 0,0 0 0,0 0 0,-1 0 0,1-1 0,0 1 0,-1 0 0,0 0 0,0 0 0,0 0 0,0 0 0,0 0 0,-1 0 0,1 0 0,-1 1 0,0-1 0,0 0 0,0 1 0,0-1 0,0 1 0,0 0 0,-4-3 0,4 3 0,0 1 0,1-1 0,-1 0 0,0 1 0,-1-1 0,1 1 0,0 0 0,0 0 0,0 0 0,-1 0 0,1 0 0,0 0 0,-1 1 0,1-1 0,-1 1 0,1 0 0,-1 0 0,1-1 0,-1 2 0,1-1 0,-1 0 0,1 0 0,-1 1 0,1-1 0,-1 1 0,1 0 0,0 0 0,-4 2 0,3-1 0,1 0 0,-1 0 0,1 0 0,0 1 0,0 0 0,0-1 0,0 1 0,0 0 0,1 0 0,-1 0 0,1 0 0,-1 0 0,1 0 0,0 0 0,1 0 0,-1 1 0,0-1 0,1 0 0,0 1 0,0 4 0,0 16 0,-1-9 0,1-1 0,0 1 0,1 0 0,1-1 0,4 15 0,-5-24 0,1 0 0,0-1 0,0 0 0,0 0 0,0 1 0,1-1 0,0 0 0,0-1 0,0 1 0,0 0 0,1-1 0,-1 0 0,1 0 0,0 0 0,0 0 0,0-1 0,0 1 0,0-1 0,7 2 0,21 7-1365,-17-8-5461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2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24575,'0'170'0,"5"-176"0,1 1 0,-1-1 0,-1 0 0,1-1 0,4-7 0,-3 3 0,1 0 0,0 1 0,1 0 0,0 1 0,0-1 0,14-10 0,-20 18 0,0 0 0,0 1 0,0 0 0,0-1 0,0 1 0,1 0 0,-1 0 0,0 0 0,1 0 0,-1 0 0,1 1 0,-1-1 0,1 1 0,0-1 0,-1 1 0,1 0 0,-1 0 0,1 0 0,-1 1 0,1-1 0,0 1 0,-1-1 0,1 1 0,-1 0 0,0 0 0,1 0 0,-1 0 0,0 0 0,1 1 0,-1-1 0,0 1 0,0-1 0,0 1 0,0 0 0,-1-1 0,1 1 0,0 0 0,1 4 0,0-2 0,0 1 0,-1-1 0,1 1 0,-1-1 0,-1 1 0,1 0 0,-1 0 0,1 0 0,-1-1 0,-1 1 0,1 1 0,-1-1 0,0 6 0,5 30 0,-4-40 0,-1 0 0,1 0 0,-1 0 0,1-1 0,0 1 0,-1 0 0,1 0 0,0-1 0,0 1 0,0 0 0,0-1 0,-1 1 0,1-1 0,0 1 0,0-1 0,0 0 0,0 1 0,0-1 0,0 0 0,0 0 0,0 1 0,0-1 0,0 0 0,0 0 0,0 0 0,0 0 0,0 0 0,1-1 0,-1 1 0,0 0 0,0 0 0,0-1 0,-1 1 0,1-1 0,0 1 0,2-1 0,45-21 0,-38 17 0,-9 4 0,0 0 0,0 0 0,1 1 0,-1-1 0,1 0 0,-1 1 0,1-1 0,-1 1 0,1-1 0,-1 1 0,1 0 0,-1-1 0,1 1 0,-1 0 0,1 0 0,-1 0 0,1 0 0,-1 1 0,1-1 0,0 0 0,-1 1 0,1-1 0,-1 1 0,0-1 0,1 1 0,-1-1 0,1 1 0,-1 0 0,0 0 0,0 0 0,2 2 0,0 1 0,-1 1 0,0-1 0,0 1 0,0 0 0,-1 0 0,0 0 0,0 0 0,1 6 0,-2-7 0,0-1 0,0 1 0,1 0 0,-1 0 0,1-1 0,0 1 0,0-1 0,1 1 0,-1-1 0,1 1 0,-1-1 0,1 0 0,0 0 0,1 1 0,-1-1 0,0-1 0,1 1 0,0 0 0,4 3 0,0-4-84,1 0-1,1 0 1,-1 0-1,0-1 1,0-1-1,0 1 1,17-2-1,-17 0-604,12 1-6137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3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 24575,'-7'-1'0,"-1"1"0,0 1 0,1-1 0,-1 1 0,1 1 0,-1-1 0,1 1 0,-1 1 0,1-1 0,-11 6 0,15-5 0,0-1 0,1 0 0,-1 1 0,0-1 0,1 1 0,0 0 0,0 0 0,0 0 0,0 0 0,0 0 0,0 0 0,1 0 0,0 1 0,0-1 0,0 1 0,0-1 0,0 1 0,0-1 0,1 1 0,0-1 0,0 1 0,0 0 0,0-1 0,1 7 0,1-4 0,-1 1 0,1-1 0,0 1 0,0-1 0,1 0 0,-1 0 0,1 0 0,1-1 0,-1 1 0,1-1 0,0 0 0,0 0 0,1 0 0,-1 0 0,1-1 0,10 8 0,-9-7 0,1 1 0,-1 0 0,0 0 0,0 1 0,0 0 0,-1 0 0,0 0 0,4 9 0,-8-12 0,1 0 0,-1 0 0,0 0 0,0 1 0,0-1 0,0 0 0,-1 1 0,0-1 0,0 1 0,0-1 0,0 0 0,-1 1 0,1-1 0,-1 0 0,-3 8 0,-2 1 0,0 0 0,0 0 0,-14 17 0,-11 26 0,21-30-1365,7-14-5461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4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0 24575,'-13'2'0,"0"0"0,1 1 0,-1 0 0,1 1 0,0 1 0,0 0 0,0 0 0,1 1 0,-1 1 0,1 0 0,1 0 0,0 1 0,0 0 0,0 1 0,1 0 0,0 1 0,1 0 0,0 0 0,1 1 0,0 0 0,0 0 0,-5 14 0,10-20 0,0 1 0,1-1 0,0 0 0,0 0 0,0 1 0,0-1 0,1 1 0,0-1 0,0 1 0,1-1 0,-1 0 0,1 1 0,0-1 0,1 0 0,-1 0 0,1 1 0,0-1 0,0 0 0,1-1 0,0 1 0,-1 0 0,2-1 0,-1 0 0,0 1 0,1-1 0,0 0 0,0-1 0,0 1 0,0-1 0,1 0 0,-1 0 0,9 4 0,10 6 0,-4-3 0,-1-1 0,-1 2 0,0 1 0,-1 0 0,0 0 0,0 2 0,25 29 0,-38-36 0,0-1 0,-1 1 0,1 0 0,-1 0 0,0 0 0,-1 0 0,0 0 0,0 0 0,0 0 0,-1 1 0,-1 8 0,0-3 0,0 0 0,0 1 0,-2-1 0,0 0 0,-5 16 0,5-25-85,0 1 0,-1-1-1,1 0 1,-1 0 0,0 0-1,0 0 1,0-1 0,0 1-1,-1-1 1,1 0 0,-1 0-1,0-1 1,0 0 0,0 1-1,-10 1 1,1 0-6741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4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24575,'53'-16'0,"36"10"0,112 7 0,-66 2 0,-118-3-1365,-2 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17 24575,'0'-1'0,"-1"0"0,1 0 0,-1 0 0,1 0 0,-1 0 0,0 0 0,0 0 0,1 0 0,-1 0 0,0 1 0,0-1 0,0 0 0,0 1 0,0-1 0,0 1 0,0-1 0,0 1 0,0-1 0,0 1 0,0 0 0,0-1 0,-1 1 0,1 0 0,0 0 0,0 0 0,0 0 0,0 0 0,-2 0 0,-34 2 0,32 0 0,0 0 0,0 0 0,0 1 0,0 0 0,0 0 0,1 0 0,-1 1 0,1 0 0,0 0 0,0 0 0,0 0 0,1 0 0,0 1 0,-4 4 0,-3 10 0,-1 1 0,-8 26 0,11-28 0,6-13 0,0-1 0,1 0 0,-1 1 0,1-1 0,0 1 0,0 0 0,1-1 0,-1 1 0,1 0 0,0-1 0,0 1 0,1 0 0,0-1 0,-1 1 0,1-1 0,1 1 0,-1-1 0,1 1 0,0-1 0,0 0 0,0 0 0,4 7 0,-2-7 0,-1 0 0,1-1 0,0 1 0,0-1 0,1 1 0,-1-1 0,0 0 0,1-1 0,0 1 0,0-1 0,0 0 0,0 0 0,0-1 0,0 1 0,0-1 0,1 0 0,-1-1 0,0 1 0,10-1 0,-13 0 3,1 0-1,-1 0 0,0-1 1,0 1-1,0 0 1,0-1-1,0 0 0,0 1 1,0-1-1,0 0 1,0 0-1,0 0 0,0 0 1,0 0-1,0-1 0,-1 1 1,1 0-1,0-1 1,-1 1-1,0-1 0,1 0 1,-1 0-1,0 1 1,0-1-1,0 0 0,0 0 1,0 0-1,0 0 1,0 0-1,-1 0 0,1-3 1,1-6-117,-1-1 0,0 1 1,0 0-1,-3-22 0,0 12-759,2 5-5953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5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24575,'1'28'0,"-2"1"0,-1-1 0,-1 0 0,-1 0 0,-12 43 0,16-71 0,0 0 0,0 0 0,-1 0 0,1 1 0,0-1 0,0 0 0,0 0 0,-1 0 0,1 1 0,0-1 0,0 0 0,0 0 0,0 1 0,0-1 0,0 0 0,0 0 0,-1 1 0,1-1 0,0 0 0,0 1 0,0-1 0,0 0 0,0 0 0,0 1 0,0-1 0,0 0 0,1 1 0,-1-1 0,0 0 0,0 0 0,0 1 0,0-1 0,0 0 0,0 0 0,0 1 0,1-1 0,-1 0 0,0 0 0,0 1 0,0-1 0,1 0 0,-1 0 0,0 0 0,0 1 0,1-1 0,-1 0 0,0 0 0,0 0 0,1 0 0,-1 0 0,0 0 0,0 0 0,1 0 0,-1 1 0,0-1 0,0 0 0,1 0 0,-1 0 0,0 0 0,1 0 0,-1 0 0,1-1 0,25-14 0,28-30 0,-40 30 0,0 1 0,1 0 0,1 1 0,0 1 0,0 0 0,2 2 0,-1 0 0,26-11 0,-42 21 0,0 0 0,-1-1 0,1 1 0,0 0 0,0-1 0,0 1 0,-1 0 0,1 0 0,0 0 0,0 0 0,0 0 0,0 0 0,-1 0 0,1 0 0,0 0 0,0 0 0,0 0 0,-1 1 0,1-1 0,0 0 0,0 1 0,0-1 0,-1 0 0,1 1 0,0-1 0,-1 1 0,1-1 0,0 1 0,-1-1 0,1 1 0,-1 0 0,1-1 0,-1 1 0,1 0 0,0 0 0,1 33 0,-3-32 0,1 0 0,0 1 0,-1-1 0,1 0 0,0 0 0,0 1 0,0-1 0,0 0 0,1 1 0,-1-1 0,1 0 0,-1 1 0,1-1 0,0 0 0,0 0 0,0 0 0,0 0 0,0 0 0,1 0 0,-1 0 0,2 2 0,6-1-7,0-1-1,0 1 0,0-1 1,1-1-1,-1 0 1,1 0-1,-1-1 0,0 0 1,1-1-1,13-2 1,13 1-1275,-20 2-5544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9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24575,'0'388'0,"1"-388"0,-1-1 0,0 1 0,0 0 0,0 0 0,0 0 0,1 0 0,-1 0 0,0 0 0,0 0 0,0-1 0,0 1 0,1 0 0,-1 0 0,0 0 0,0 0 0,0 0 0,1 0 0,-1 0 0,0 0 0,0 0 0,0 0 0,1 0 0,-1 0 0,0 0 0,0 0 0,0 0 0,1 1 0,-1-1 0,0 0 0,0 0 0,0 0 0,0 0 0,1 0 0,-1 0 0,0 0 0,0 1 0,0-1 0,0 0 0,0 0 0,1 0 0,-1 0 0,0 1 0,0-1 0,0 0 0,0 0 0,0 0 0,0 0 0,0 1 0,0-1 0,0 0 0,0 0 0,0 0 0,0 1 0,0-1 0,0 0 0,0 0 0,0 0 0,0 1 0,0-1 0,0 0 0,0 0 0,0 0 0,0 1 0,0-1 0,0 0 0,0 0 0,0 0 0,-1 1 0,17-22 0,12-31 0,1-9 0,3 1 0,58-83 0,-90 143 0,0-1 0,1 0 0,-1 1 0,0-1 0,0 1 0,0-1 0,1 1 0,-1-1 0,0 1 0,1-1 0,-1 1 0,1-1 0,-1 1 0,0 0 0,1-1 0,-1 1 0,1 0 0,-1-1 0,1 1 0,-1 0 0,1 0 0,-1-1 0,1 1 0,0 0 0,-1 0 0,1 0 0,-1 0 0,1-1 0,-1 1 0,1 0 0,0 0 0,-1 0 0,1 1 0,-1-1 0,1 0 0,0 0 0,0 0 0,8 24 0,-7 41 0,-2-63 0,-1 42 0,-13 78 0,8-95 0,3-20 0,1 1 0,1 0 0,-1 0 0,2 0 0,-1 10 0,1-18 0,0 0 0,0 1 0,0-1 0,0 0 0,0 0 0,0 1 0,0-1 0,0 0 0,0 0 0,0 1 0,0-1 0,0 0 0,0 0 0,0 1 0,0-1 0,0 0 0,0 0 0,1 0 0,-1 1 0,0-1 0,0 0 0,0 0 0,0 0 0,1 1 0,-1-1 0,0 0 0,0 0 0,0 0 0,1 0 0,-1 0 0,0 1 0,0-1 0,1 0 0,-1 0 0,0 0 0,0 0 0,1 0 0,-1 0 0,0 0 0,0 0 0,1 0 0,-1 0 0,0 0 0,0 0 0,1 0 0,-1 0 0,1 0 0,13-11 0,9-18 0,-1-2 0,-2-2 0,-1 0 0,-2-1 0,-2-1 0,0 0 0,17-71 0,-25 60-1365,-4 35-5461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0:5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24575,'3'0'0,"1"3"0,3 1 0,0 3 0,2 0 0,-1 2 0,-1 2 0,-5 0 0,-6-3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1:00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0 24575,'-3'0'0,"-4"0"0,-4 0 0,-3 0 0,1 3 0,0 1 0,4 0 0,8-1 0,3 2 0,5 0 0,4 0 0,3-2 0,-1-1-8191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31:00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24575,'0'3'0,"-3"0"0,-4 1 0,2-1 0,3 2 0,3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Knapsack и закрепление </a:t>
            </a:r>
            <a:r>
              <a:rPr lang="en-US" dirty="0"/>
              <a:t>DP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Виды задач на Динамическое Программирование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0/1 Knapsack</a:t>
            </a:r>
          </a:p>
          <a:p>
            <a:r>
              <a:rPr lang="en-US" dirty="0"/>
              <a:t>Unbounded Knapsack</a:t>
            </a:r>
          </a:p>
          <a:p>
            <a:r>
              <a:rPr lang="en-US" dirty="0"/>
              <a:t>Shortest Path (</a:t>
            </a:r>
            <a:r>
              <a:rPr lang="en-US" dirty="0" err="1"/>
              <a:t>eg</a:t>
            </a:r>
            <a:r>
              <a:rPr lang="en-US" dirty="0"/>
              <a:t>: Unique Paths I/II)</a:t>
            </a:r>
          </a:p>
          <a:p>
            <a:r>
              <a:rPr lang="en-US" dirty="0"/>
              <a:t>Fibonacci Sequence (</a:t>
            </a:r>
            <a:r>
              <a:rPr lang="en-US" dirty="0" err="1"/>
              <a:t>eg</a:t>
            </a:r>
            <a:r>
              <a:rPr lang="en-US" dirty="0"/>
              <a:t>: House Thief, Jump Game)</a:t>
            </a:r>
          </a:p>
          <a:p>
            <a:r>
              <a:rPr lang="en-US" dirty="0"/>
              <a:t>Longest Common Substring/</a:t>
            </a:r>
            <a:r>
              <a:rPr lang="en-US" dirty="0" err="1"/>
              <a:t>Subsequeunce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DE202-6ADA-1464-1C7E-AFB93EA9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534-0EDC-C382-78A1-4687F1CE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Knapsack и </a:t>
            </a:r>
            <a:r>
              <a:rPr dirty="0" err="1"/>
              <a:t>закрепление</a:t>
            </a:r>
            <a:r>
              <a:rPr dirty="0"/>
              <a:t> 1D / 2D 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8298-6C21-76CA-4B2E-09051ADB0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занятия</a:t>
            </a:r>
            <a:r>
              <a:rPr dirty="0"/>
              <a:t>: </a:t>
            </a:r>
            <a:r>
              <a:rPr dirty="0" err="1"/>
              <a:t>систематизация</a:t>
            </a:r>
            <a:r>
              <a:rPr dirty="0"/>
              <a:t> </a:t>
            </a:r>
            <a:r>
              <a:rPr dirty="0" err="1"/>
              <a:t>динамического</a:t>
            </a:r>
            <a:r>
              <a:rPr dirty="0"/>
              <a:t> </a:t>
            </a:r>
            <a:r>
              <a:rPr dirty="0" err="1"/>
              <a:t>программирования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паттерн</a:t>
            </a:r>
            <a:r>
              <a:rPr dirty="0"/>
              <a:t> </a:t>
            </a:r>
            <a:r>
              <a:rPr dirty="0" err="1"/>
              <a:t>рюкзака</a:t>
            </a:r>
            <a:endParaRPr dirty="0"/>
          </a:p>
          <a:p>
            <a:r>
              <a:rPr dirty="0" err="1"/>
              <a:t>Фокус</a:t>
            </a:r>
            <a:r>
              <a:rPr dirty="0"/>
              <a:t>: </a:t>
            </a:r>
            <a:r>
              <a:rPr dirty="0" err="1"/>
              <a:t>состояния</a:t>
            </a:r>
            <a:r>
              <a:rPr dirty="0"/>
              <a:t>, </a:t>
            </a:r>
            <a:r>
              <a:rPr dirty="0" err="1"/>
              <a:t>переходы</a:t>
            </a:r>
            <a:r>
              <a:rPr dirty="0"/>
              <a:t>, </a:t>
            </a:r>
            <a:r>
              <a:rPr dirty="0" err="1"/>
              <a:t>различия</a:t>
            </a:r>
            <a:r>
              <a:rPr dirty="0"/>
              <a:t> 0/1 и Unbounded</a:t>
            </a:r>
          </a:p>
        </p:txBody>
      </p:sp>
    </p:spTree>
    <p:extLst>
      <p:ext uri="{BB962C8B-B14F-4D97-AF65-F5344CB8AC3E}">
        <p14:creationId xmlns:p14="http://schemas.microsoft.com/office/powerpoint/2010/main" val="341546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Knapsack — это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: </a:t>
            </a:r>
            <a:r>
              <a:rPr dirty="0" err="1"/>
              <a:t>брать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брать</a:t>
            </a:r>
            <a:r>
              <a:rPr dirty="0"/>
              <a:t> </a:t>
            </a:r>
            <a:r>
              <a:rPr dirty="0" err="1"/>
              <a:t>предмет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ограничение</a:t>
            </a:r>
            <a:r>
              <a:rPr dirty="0"/>
              <a:t>: </a:t>
            </a:r>
            <a:r>
              <a:rPr dirty="0" err="1"/>
              <a:t>вместимость</a:t>
            </a:r>
            <a:endParaRPr dirty="0"/>
          </a:p>
          <a:p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предыдущих</a:t>
            </a:r>
            <a:r>
              <a:rPr dirty="0"/>
              <a:t> </a:t>
            </a:r>
            <a:r>
              <a:rPr dirty="0" err="1"/>
              <a:t>состояний</a:t>
            </a:r>
            <a:endParaRPr dirty="0"/>
          </a:p>
          <a:p>
            <a:r>
              <a:rPr dirty="0" err="1"/>
              <a:t>Жадный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в </a:t>
            </a:r>
            <a:r>
              <a:rPr dirty="0" err="1"/>
              <a:t>общем</a:t>
            </a:r>
            <a:r>
              <a:rPr dirty="0"/>
              <a:t> </a:t>
            </a:r>
            <a:r>
              <a:rPr dirty="0" err="1"/>
              <a:t>случае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Классическая</a:t>
            </a:r>
            <a:r>
              <a:rPr dirty="0"/>
              <a:t> </a:t>
            </a:r>
            <a:r>
              <a:rPr dirty="0" err="1"/>
              <a:t>постановка</a:t>
            </a:r>
            <a:r>
              <a:rPr dirty="0"/>
              <a:t> 0/1 Knapsack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Даны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w[</a:t>
            </a:r>
            <a:r>
              <a:rPr dirty="0" err="1"/>
              <a:t>i</a:t>
            </a:r>
            <a:r>
              <a:rPr dirty="0"/>
              <a:t>] и </a:t>
            </a:r>
            <a:r>
              <a:rPr dirty="0" err="1"/>
              <a:t>ценности</a:t>
            </a:r>
            <a:r>
              <a:rPr dirty="0"/>
              <a:t> v[</a:t>
            </a:r>
            <a:r>
              <a:rPr dirty="0" err="1"/>
              <a:t>i</a:t>
            </a:r>
            <a:r>
              <a:rPr dirty="0"/>
              <a:t>]</a:t>
            </a:r>
          </a:p>
          <a:p>
            <a:r>
              <a:rPr dirty="0" err="1"/>
              <a:t>Рюкзак</a:t>
            </a:r>
            <a:r>
              <a:rPr dirty="0"/>
              <a:t> </a:t>
            </a:r>
            <a:r>
              <a:rPr dirty="0" err="1"/>
              <a:t>вместимости</a:t>
            </a:r>
            <a:r>
              <a:rPr dirty="0"/>
              <a:t> W</a:t>
            </a:r>
          </a:p>
          <a:p>
            <a:r>
              <a:rPr dirty="0"/>
              <a:t>Максимизировать </a:t>
            </a:r>
            <a:r>
              <a:rPr dirty="0" err="1"/>
              <a:t>суммарную</a:t>
            </a:r>
            <a:r>
              <a:rPr dirty="0"/>
              <a:t> </a:t>
            </a:r>
            <a:r>
              <a:rPr dirty="0" err="1"/>
              <a:t>ценность</a:t>
            </a:r>
            <a:endParaRPr dirty="0"/>
          </a:p>
          <a:p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предмет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взять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раза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Состояние 2D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][w] — </a:t>
            </a:r>
            <a:r>
              <a:rPr dirty="0" err="1"/>
              <a:t>максимум</a:t>
            </a:r>
            <a:r>
              <a:rPr dirty="0"/>
              <a:t> </a:t>
            </a:r>
            <a:r>
              <a:rPr dirty="0" err="1"/>
              <a:t>ценности</a:t>
            </a:r>
            <a:endParaRPr dirty="0"/>
          </a:p>
          <a:p>
            <a:r>
              <a:rPr dirty="0" err="1"/>
              <a:t>Используем</a:t>
            </a:r>
            <a:r>
              <a:rPr dirty="0"/>
              <a:t> </a:t>
            </a:r>
            <a:r>
              <a:rPr dirty="0" err="1"/>
              <a:t>первые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предметов</a:t>
            </a:r>
            <a:endParaRPr dirty="0"/>
          </a:p>
          <a:p>
            <a:r>
              <a:rPr dirty="0" err="1"/>
              <a:t>Вместимость</a:t>
            </a:r>
            <a:r>
              <a:rPr dirty="0"/>
              <a:t> </a:t>
            </a:r>
            <a:r>
              <a:rPr dirty="0" err="1"/>
              <a:t>рюкзака</a:t>
            </a:r>
            <a:r>
              <a:rPr dirty="0"/>
              <a:t> = 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Переход 2D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берем</a:t>
            </a:r>
            <a:r>
              <a:rPr dirty="0"/>
              <a:t> </a:t>
            </a:r>
            <a:r>
              <a:rPr dirty="0" err="1"/>
              <a:t>предмет</a:t>
            </a:r>
            <a:r>
              <a:rPr dirty="0"/>
              <a:t> i: </a:t>
            </a:r>
            <a:r>
              <a:rPr dirty="0" err="1"/>
              <a:t>dp</a:t>
            </a:r>
            <a:r>
              <a:rPr dirty="0"/>
              <a:t>[i-1][w]</a:t>
            </a:r>
          </a:p>
          <a:p>
            <a:r>
              <a:rPr dirty="0" err="1"/>
              <a:t>Берем</a:t>
            </a:r>
            <a:r>
              <a:rPr dirty="0"/>
              <a:t> </a:t>
            </a:r>
            <a:r>
              <a:rPr dirty="0" err="1"/>
              <a:t>предмет</a:t>
            </a:r>
            <a:r>
              <a:rPr dirty="0"/>
              <a:t> i: </a:t>
            </a:r>
            <a:r>
              <a:rPr dirty="0" err="1"/>
              <a:t>dp</a:t>
            </a:r>
            <a:r>
              <a:rPr dirty="0"/>
              <a:t>[i-1][w - weight[</a:t>
            </a:r>
            <a:r>
              <a:rPr dirty="0" err="1"/>
              <a:t>i</a:t>
            </a:r>
            <a:r>
              <a:rPr dirty="0"/>
              <a:t>]] + value[</a:t>
            </a:r>
            <a:r>
              <a:rPr dirty="0" err="1"/>
              <a:t>i</a:t>
            </a:r>
            <a:r>
              <a:rPr dirty="0"/>
              <a:t>]</a:t>
            </a:r>
          </a:p>
          <a:p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][w] = max(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варианта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Оптимизация до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dp</a:t>
            </a:r>
            <a:r>
              <a:rPr dirty="0"/>
              <a:t>[w]</a:t>
            </a:r>
          </a:p>
          <a:p>
            <a:r>
              <a:rPr dirty="0" err="1"/>
              <a:t>Итерация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весу</a:t>
            </a:r>
            <a:r>
              <a:rPr dirty="0"/>
              <a:t>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налево</a:t>
            </a:r>
            <a:endParaRPr dirty="0"/>
          </a:p>
          <a:p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получится</a:t>
            </a:r>
            <a:r>
              <a:rPr dirty="0"/>
              <a:t> Unbounded Knapsack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3F3C4F-10E0-5006-A92F-BC046658640A}"/>
                  </a:ext>
                </a:extLst>
              </p14:cNvPr>
              <p14:cNvContentPartPr/>
              <p14:nvPr/>
            </p14:nvContentPartPr>
            <p14:xfrm>
              <a:off x="653410" y="4101850"/>
              <a:ext cx="78120" cy="77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3F3C4F-10E0-5006-A92F-BC04665864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290" y="4095730"/>
                <a:ext cx="903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586242-C34B-9320-2D2D-E6C954B58356}"/>
                  </a:ext>
                </a:extLst>
              </p14:cNvPr>
              <p14:cNvContentPartPr/>
              <p14:nvPr/>
            </p14:nvContentPartPr>
            <p14:xfrm>
              <a:off x="1212490" y="4040650"/>
              <a:ext cx="87120" cy="145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586242-C34B-9320-2D2D-E6C954B583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6370" y="4034530"/>
                <a:ext cx="993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BD6588-BBB4-43DB-4DEE-BC99E49CE1C2}"/>
                  </a:ext>
                </a:extLst>
              </p14:cNvPr>
              <p14:cNvContentPartPr/>
              <p14:nvPr/>
            </p14:nvContentPartPr>
            <p14:xfrm>
              <a:off x="1873090" y="4038130"/>
              <a:ext cx="78120" cy="139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BD6588-BBB4-43DB-4DEE-BC99E49CE1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6970" y="4032010"/>
                <a:ext cx="903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919D665-61F7-99AB-69D8-A74B8553E545}"/>
                  </a:ext>
                </a:extLst>
              </p14:cNvPr>
              <p14:cNvContentPartPr/>
              <p14:nvPr/>
            </p14:nvContentPartPr>
            <p14:xfrm>
              <a:off x="2504890" y="4008610"/>
              <a:ext cx="62640" cy="20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919D665-61F7-99AB-69D8-A74B8553E5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8770" y="4002490"/>
                <a:ext cx="74880" cy="22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F8A86B1-2EF9-6066-B08F-424CC7A4D931}"/>
              </a:ext>
            </a:extLst>
          </p:cNvPr>
          <p:cNvGrpSpPr/>
          <p:nvPr/>
        </p:nvGrpSpPr>
        <p:grpSpPr>
          <a:xfrm>
            <a:off x="3070090" y="3974770"/>
            <a:ext cx="181800" cy="203040"/>
            <a:chOff x="3070090" y="3974770"/>
            <a:chExt cx="18180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F24810-0CF1-D9D7-137B-6B5580B0EDBC}"/>
                    </a:ext>
                  </a:extLst>
                </p14:cNvPr>
                <p14:cNvContentPartPr/>
                <p14:nvPr/>
              </p14:nvContentPartPr>
              <p14:xfrm>
                <a:off x="3070090" y="3974770"/>
                <a:ext cx="89280" cy="141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F24810-0CF1-D9D7-137B-6B5580B0ED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63970" y="3968650"/>
                  <a:ext cx="101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BD21ED-62B9-B9A4-F74C-ABC330861640}"/>
                    </a:ext>
                  </a:extLst>
                </p14:cNvPr>
                <p14:cNvContentPartPr/>
                <p14:nvPr/>
              </p14:nvContentPartPr>
              <p14:xfrm>
                <a:off x="3183490" y="3987370"/>
                <a:ext cx="68400" cy="19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BD21ED-62B9-B9A4-F74C-ABC3308616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77370" y="3981250"/>
                  <a:ext cx="8064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69A7AD-3EB9-4750-92A1-AAAB148ACBDE}"/>
              </a:ext>
            </a:extLst>
          </p:cNvPr>
          <p:cNvGrpSpPr/>
          <p:nvPr/>
        </p:nvGrpSpPr>
        <p:grpSpPr>
          <a:xfrm>
            <a:off x="3708370" y="3981250"/>
            <a:ext cx="200160" cy="249840"/>
            <a:chOff x="3708370" y="3981250"/>
            <a:chExt cx="20016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28D29D-BB07-5537-AFCF-1D4993F8FA4E}"/>
                    </a:ext>
                  </a:extLst>
                </p14:cNvPr>
                <p14:cNvContentPartPr/>
                <p14:nvPr/>
              </p14:nvContentPartPr>
              <p14:xfrm>
                <a:off x="3708370" y="3981250"/>
                <a:ext cx="88920" cy="249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28D29D-BB07-5537-AFCF-1D4993F8FA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02250" y="3975130"/>
                  <a:ext cx="101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8285C4D-D1DD-B120-B63F-B97A8C47E93D}"/>
                    </a:ext>
                  </a:extLst>
                </p14:cNvPr>
                <p14:cNvContentPartPr/>
                <p14:nvPr/>
              </p14:nvContentPartPr>
              <p14:xfrm>
                <a:off x="3816370" y="3981250"/>
                <a:ext cx="92160" cy="6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8285C4D-D1DD-B120-B63F-B97A8C47E9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10250" y="3975130"/>
                  <a:ext cx="10440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6DDAFDD-132F-0E78-271C-223058FAE449}"/>
                  </a:ext>
                </a:extLst>
              </p14:cNvPr>
              <p14:cNvContentPartPr/>
              <p14:nvPr/>
            </p14:nvContentPartPr>
            <p14:xfrm>
              <a:off x="705970" y="4101130"/>
              <a:ext cx="43200" cy="39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6DDAFDD-132F-0E78-271C-223058FAE44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9850" y="4095010"/>
                <a:ext cx="5544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AF9D196-F913-A947-4D68-7B9B3DEF3A16}"/>
              </a:ext>
            </a:extLst>
          </p:cNvPr>
          <p:cNvGrpSpPr/>
          <p:nvPr/>
        </p:nvGrpSpPr>
        <p:grpSpPr>
          <a:xfrm>
            <a:off x="4922650" y="3841570"/>
            <a:ext cx="844200" cy="467640"/>
            <a:chOff x="4922650" y="3841570"/>
            <a:chExt cx="844200" cy="4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8CFEA7-60DB-AFE1-1DEF-30148BB08614}"/>
                    </a:ext>
                  </a:extLst>
                </p14:cNvPr>
                <p14:cNvContentPartPr/>
                <p14:nvPr/>
              </p14:nvContentPartPr>
              <p14:xfrm>
                <a:off x="4922650" y="3841570"/>
                <a:ext cx="119520" cy="290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8CFEA7-60DB-AFE1-1DEF-30148BB086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16530" y="3835450"/>
                  <a:ext cx="131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A749D1-E9F4-48D5-1FB6-9F7A0A53666C}"/>
                    </a:ext>
                  </a:extLst>
                </p14:cNvPr>
                <p14:cNvContentPartPr/>
                <p14:nvPr/>
              </p14:nvContentPartPr>
              <p14:xfrm>
                <a:off x="5041810" y="4032010"/>
                <a:ext cx="70200" cy="277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A749D1-E9F4-48D5-1FB6-9F7A0A5366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35690" y="4025890"/>
                  <a:ext cx="82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2712D9-E51C-0457-1CC7-FEBBFCDE19F8}"/>
                    </a:ext>
                  </a:extLst>
                </p14:cNvPr>
                <p14:cNvContentPartPr/>
                <p14:nvPr/>
              </p14:nvContentPartPr>
              <p14:xfrm>
                <a:off x="5096530" y="4005730"/>
                <a:ext cx="81000" cy="146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2712D9-E51C-0457-1CC7-FEBBFCDE19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90410" y="3999610"/>
                  <a:ext cx="932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DFEAA6-0706-DFB5-31F3-D34FE3A5615D}"/>
                    </a:ext>
                  </a:extLst>
                </p14:cNvPr>
                <p14:cNvContentPartPr/>
                <p14:nvPr/>
              </p14:nvContentPartPr>
              <p14:xfrm>
                <a:off x="5288050" y="4010050"/>
                <a:ext cx="109800" cy="163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DFEAA6-0706-DFB5-31F3-D34FE3A561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81930" y="4003930"/>
                  <a:ext cx="122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AB1F62-04DE-4C70-D6BB-039DCDFEEE27}"/>
                    </a:ext>
                  </a:extLst>
                </p14:cNvPr>
                <p14:cNvContentPartPr/>
                <p14:nvPr/>
              </p14:nvContentPartPr>
              <p14:xfrm>
                <a:off x="5460850" y="3981970"/>
                <a:ext cx="153000" cy="227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AB1F62-04DE-4C70-D6BB-039DCDFEEE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54730" y="3975850"/>
                  <a:ext cx="165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D68C0C-2496-878D-F548-DC16C2E3F94B}"/>
                    </a:ext>
                  </a:extLst>
                </p14:cNvPr>
                <p14:cNvContentPartPr/>
                <p14:nvPr/>
              </p14:nvContentPartPr>
              <p14:xfrm>
                <a:off x="5657410" y="4003930"/>
                <a:ext cx="109440" cy="265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D68C0C-2496-878D-F548-DC16C2E3F9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51290" y="3997810"/>
                  <a:ext cx="12168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30EA10-C2F7-DD20-5D5C-0EDFF808FED0}"/>
              </a:ext>
            </a:extLst>
          </p:cNvPr>
          <p:cNvGrpSpPr/>
          <p:nvPr/>
        </p:nvGrpSpPr>
        <p:grpSpPr>
          <a:xfrm>
            <a:off x="4273570" y="4076290"/>
            <a:ext cx="317160" cy="115560"/>
            <a:chOff x="4273570" y="4076290"/>
            <a:chExt cx="317160" cy="11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99EEED-FA86-FAE2-58D8-9CE73D87B195}"/>
                    </a:ext>
                  </a:extLst>
                </p14:cNvPr>
                <p14:cNvContentPartPr/>
                <p14:nvPr/>
              </p14:nvContentPartPr>
              <p14:xfrm>
                <a:off x="4273570" y="4076290"/>
                <a:ext cx="234000" cy="1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99EEED-FA86-FAE2-58D8-9CE73D87B19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67450" y="4070170"/>
                  <a:ext cx="246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E8EBBE4-4F46-D988-0722-2B90876EAA31}"/>
                    </a:ext>
                  </a:extLst>
                </p14:cNvPr>
                <p14:cNvContentPartPr/>
                <p14:nvPr/>
              </p14:nvContentPartPr>
              <p14:xfrm>
                <a:off x="4330450" y="4177810"/>
                <a:ext cx="260280" cy="14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E8EBBE4-4F46-D988-0722-2B90876EAA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24330" y="4171690"/>
                  <a:ext cx="27252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2C56826-15C8-3772-6133-4E703199EA55}"/>
                  </a:ext>
                </a:extLst>
              </p14:cNvPr>
              <p14:cNvContentPartPr/>
              <p14:nvPr/>
            </p14:nvContentPartPr>
            <p14:xfrm>
              <a:off x="721090" y="4120930"/>
              <a:ext cx="21960" cy="284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2C56826-15C8-3772-6133-4E703199EA5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4970" y="4114810"/>
                <a:ext cx="3420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0D1B5EDD-426B-F06D-275D-6C41A6BAFDF4}"/>
              </a:ext>
            </a:extLst>
          </p:cNvPr>
          <p:cNvGrpSpPr/>
          <p:nvPr/>
        </p:nvGrpSpPr>
        <p:grpSpPr>
          <a:xfrm>
            <a:off x="6190570" y="3422530"/>
            <a:ext cx="826200" cy="280800"/>
            <a:chOff x="6190570" y="3422530"/>
            <a:chExt cx="82620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F2439AC-BCAC-FF00-B2F1-8F14014E9B94}"/>
                    </a:ext>
                  </a:extLst>
                </p14:cNvPr>
                <p14:cNvContentPartPr/>
                <p14:nvPr/>
              </p14:nvContentPartPr>
              <p14:xfrm>
                <a:off x="6190570" y="3524050"/>
                <a:ext cx="7560" cy="171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F2439AC-BCAC-FF00-B2F1-8F14014E9B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84450" y="3517930"/>
                  <a:ext cx="19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5038F9-2DC6-1475-5C59-A1D9ECAE023F}"/>
                    </a:ext>
                  </a:extLst>
                </p14:cNvPr>
                <p14:cNvContentPartPr/>
                <p14:nvPr/>
              </p14:nvContentPartPr>
              <p14:xfrm>
                <a:off x="6203890" y="3441250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5038F9-2DC6-1475-5C59-A1D9ECAE023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97770" y="34351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C1B700-836F-01A9-4DD0-867F2ED4AEA0}"/>
                    </a:ext>
                  </a:extLst>
                </p14:cNvPr>
                <p14:cNvContentPartPr/>
                <p14:nvPr/>
              </p14:nvContentPartPr>
              <p14:xfrm>
                <a:off x="6299290" y="3422530"/>
                <a:ext cx="44640" cy="280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C1B700-836F-01A9-4DD0-867F2ED4AE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93170" y="3416410"/>
                  <a:ext cx="56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602F95-2975-2142-4B6B-57BF55E7A768}"/>
                    </a:ext>
                  </a:extLst>
                </p14:cNvPr>
                <p14:cNvContentPartPr/>
                <p14:nvPr/>
              </p14:nvContentPartPr>
              <p14:xfrm>
                <a:off x="6292450" y="3568330"/>
                <a:ext cx="43560" cy="16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602F95-2975-2142-4B6B-57BF55E7A76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86330" y="3562210"/>
                  <a:ext cx="55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FD2D2E-8792-3315-B69E-956808EEB790}"/>
                    </a:ext>
                  </a:extLst>
                </p14:cNvPr>
                <p14:cNvContentPartPr/>
                <p14:nvPr/>
              </p14:nvContentPartPr>
              <p14:xfrm>
                <a:off x="6400450" y="3519730"/>
                <a:ext cx="52200" cy="11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FD2D2E-8792-3315-B69E-956808EEB79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94330" y="3513610"/>
                  <a:ext cx="64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E8CAE6-F0B2-C09B-59D0-BA74D8D779E0}"/>
                    </a:ext>
                  </a:extLst>
                </p14:cNvPr>
                <p14:cNvContentPartPr/>
                <p14:nvPr/>
              </p14:nvContentPartPr>
              <p14:xfrm>
                <a:off x="6541570" y="3530170"/>
                <a:ext cx="207360" cy="141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E8CAE6-F0B2-C09B-59D0-BA74D8D779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35450" y="3524050"/>
                  <a:ext cx="219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CCA999B-98D1-ADF7-DF91-07F582FBBB89}"/>
                    </a:ext>
                  </a:extLst>
                </p14:cNvPr>
                <p14:cNvContentPartPr/>
                <p14:nvPr/>
              </p14:nvContentPartPr>
              <p14:xfrm>
                <a:off x="6857650" y="3529810"/>
                <a:ext cx="142560" cy="20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CCA999B-98D1-ADF7-DF91-07F582FBBB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51530" y="3523690"/>
                  <a:ext cx="154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D93666-8B55-618E-C432-59E105F1BD0E}"/>
                    </a:ext>
                  </a:extLst>
                </p14:cNvPr>
                <p14:cNvContentPartPr/>
                <p14:nvPr/>
              </p14:nvContentPartPr>
              <p14:xfrm>
                <a:off x="6870610" y="3644650"/>
                <a:ext cx="146160" cy="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D93666-8B55-618E-C432-59E105F1BD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64490" y="3638530"/>
                  <a:ext cx="1584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E9CFC59-E623-CB42-0958-7E48B7C9FD71}"/>
              </a:ext>
            </a:extLst>
          </p:cNvPr>
          <p:cNvGrpSpPr/>
          <p:nvPr/>
        </p:nvGrpSpPr>
        <p:grpSpPr>
          <a:xfrm>
            <a:off x="7213330" y="3529090"/>
            <a:ext cx="617400" cy="212040"/>
            <a:chOff x="7213330" y="3529090"/>
            <a:chExt cx="61740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9BA067-FA6E-E73B-1858-E73FD79F86F9}"/>
                    </a:ext>
                  </a:extLst>
                </p14:cNvPr>
                <p14:cNvContentPartPr/>
                <p14:nvPr/>
              </p14:nvContentPartPr>
              <p14:xfrm>
                <a:off x="7213330" y="3542770"/>
                <a:ext cx="164880" cy="170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9BA067-FA6E-E73B-1858-E73FD79F86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07210" y="3536650"/>
                  <a:ext cx="177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528080-3779-6F5E-42C3-3D5536519536}"/>
                    </a:ext>
                  </a:extLst>
                </p14:cNvPr>
                <p14:cNvContentPartPr/>
                <p14:nvPr/>
              </p14:nvContentPartPr>
              <p14:xfrm>
                <a:off x="7473970" y="3568330"/>
                <a:ext cx="120240" cy="13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528080-3779-6F5E-42C3-3D55365195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67850" y="3562210"/>
                  <a:ext cx="132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500724-CA33-18D0-475D-6A21003E346D}"/>
                    </a:ext>
                  </a:extLst>
                </p14:cNvPr>
                <p14:cNvContentPartPr/>
                <p14:nvPr/>
              </p14:nvContentPartPr>
              <p14:xfrm>
                <a:off x="7499170" y="3645730"/>
                <a:ext cx="114840" cy="24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500724-CA33-18D0-475D-6A21003E346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93050" y="3639610"/>
                  <a:ext cx="127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54B91D-2BCD-FA01-34BD-D46E210E443B}"/>
                    </a:ext>
                  </a:extLst>
                </p14:cNvPr>
                <p14:cNvContentPartPr/>
                <p14:nvPr/>
              </p14:nvContentPartPr>
              <p14:xfrm>
                <a:off x="7683130" y="3529090"/>
                <a:ext cx="147600" cy="212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54B91D-2BCD-FA01-34BD-D46E210E44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77010" y="3522970"/>
                  <a:ext cx="15984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F988A8-B6D6-B38B-00FA-3E4E0E4BCDE5}"/>
              </a:ext>
            </a:extLst>
          </p:cNvPr>
          <p:cNvGrpSpPr/>
          <p:nvPr/>
        </p:nvGrpSpPr>
        <p:grpSpPr>
          <a:xfrm>
            <a:off x="622090" y="4368610"/>
            <a:ext cx="247320" cy="199080"/>
            <a:chOff x="622090" y="4368610"/>
            <a:chExt cx="24732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2F97C9-0EB0-BB4E-69CA-04617F82990A}"/>
                    </a:ext>
                  </a:extLst>
                </p14:cNvPr>
                <p14:cNvContentPartPr/>
                <p14:nvPr/>
              </p14:nvContentPartPr>
              <p14:xfrm>
                <a:off x="622090" y="4393810"/>
                <a:ext cx="247320" cy="108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2F97C9-0EB0-BB4E-69CA-04617F8299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5970" y="4387690"/>
                  <a:ext cx="2595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6AA266-0752-0F80-65CD-68D10C2F02D0}"/>
                    </a:ext>
                  </a:extLst>
                </p14:cNvPr>
                <p14:cNvContentPartPr/>
                <p14:nvPr/>
              </p14:nvContentPartPr>
              <p14:xfrm>
                <a:off x="700570" y="4368610"/>
                <a:ext cx="118440" cy="199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6AA266-0752-0F80-65CD-68D10C2F02D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4450" y="4362490"/>
                  <a:ext cx="13068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52F918-2FE2-8184-8EEE-BCD37041F624}"/>
              </a:ext>
            </a:extLst>
          </p:cNvPr>
          <p:cNvGrpSpPr/>
          <p:nvPr/>
        </p:nvGrpSpPr>
        <p:grpSpPr>
          <a:xfrm>
            <a:off x="1063810" y="4336930"/>
            <a:ext cx="218880" cy="225360"/>
            <a:chOff x="1063810" y="4336930"/>
            <a:chExt cx="21888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C875DF-3167-36B1-0E5F-4423FB634F87}"/>
                    </a:ext>
                  </a:extLst>
                </p14:cNvPr>
                <p14:cNvContentPartPr/>
                <p14:nvPr/>
              </p14:nvContentPartPr>
              <p14:xfrm>
                <a:off x="1180810" y="4336930"/>
                <a:ext cx="61560" cy="205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C875DF-3167-36B1-0E5F-4423FB634F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74690" y="4330810"/>
                  <a:ext cx="73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6151FD-37C8-DC49-9D4C-EF6DAD85B8D8}"/>
                    </a:ext>
                  </a:extLst>
                </p14:cNvPr>
                <p14:cNvContentPartPr/>
                <p14:nvPr/>
              </p14:nvContentPartPr>
              <p14:xfrm>
                <a:off x="1063810" y="4368610"/>
                <a:ext cx="218880" cy="193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6151FD-37C8-DC49-9D4C-EF6DAD85B8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7690" y="4362490"/>
                  <a:ext cx="231120" cy="20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C303424-4FE7-3566-B1DE-143DE4C1CBF7}"/>
                  </a:ext>
                </a:extLst>
              </p14:cNvPr>
              <p14:cNvContentPartPr/>
              <p14:nvPr/>
            </p14:nvContentPartPr>
            <p14:xfrm>
              <a:off x="1790290" y="4337650"/>
              <a:ext cx="191160" cy="237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C303424-4FE7-3566-B1DE-143DE4C1CBF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84170" y="4331530"/>
                <a:ext cx="2034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4DD5B2E-8E34-096E-2232-F2E7CC0614FC}"/>
                  </a:ext>
                </a:extLst>
              </p14:cNvPr>
              <p14:cNvContentPartPr/>
              <p14:nvPr/>
            </p14:nvContentPartPr>
            <p14:xfrm>
              <a:off x="3015370" y="4228570"/>
              <a:ext cx="260640" cy="3646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4DD5B2E-8E34-096E-2232-F2E7CC0614F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09250" y="4222450"/>
                <a:ext cx="272880" cy="37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4B01F722-D296-3454-E8DC-277AF8770E82}"/>
              </a:ext>
            </a:extLst>
          </p:cNvPr>
          <p:cNvGrpSpPr/>
          <p:nvPr/>
        </p:nvGrpSpPr>
        <p:grpSpPr>
          <a:xfrm>
            <a:off x="1740250" y="4730410"/>
            <a:ext cx="196200" cy="243720"/>
            <a:chOff x="1740250" y="4730410"/>
            <a:chExt cx="19620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CC0F6B-1B24-7541-E047-1B8612EA9718}"/>
                    </a:ext>
                  </a:extLst>
                </p14:cNvPr>
                <p14:cNvContentPartPr/>
                <p14:nvPr/>
              </p14:nvContentPartPr>
              <p14:xfrm>
                <a:off x="1740250" y="4730410"/>
                <a:ext cx="90360" cy="243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CC0F6B-1B24-7541-E047-1B8612EA971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34130" y="4724290"/>
                  <a:ext cx="102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317877-7B54-9EC7-F7B6-EF633A2D11EB}"/>
                    </a:ext>
                  </a:extLst>
                </p14:cNvPr>
                <p14:cNvContentPartPr/>
                <p14:nvPr/>
              </p14:nvContentPartPr>
              <p14:xfrm>
                <a:off x="1809730" y="4730410"/>
                <a:ext cx="12672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317877-7B54-9EC7-F7B6-EF633A2D11E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03610" y="4724290"/>
                  <a:ext cx="13896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17824AF-480D-25EC-C3D2-4A077AE24EFF}"/>
              </a:ext>
            </a:extLst>
          </p:cNvPr>
          <p:cNvGrpSpPr/>
          <p:nvPr/>
        </p:nvGrpSpPr>
        <p:grpSpPr>
          <a:xfrm>
            <a:off x="2933650" y="4730050"/>
            <a:ext cx="266760" cy="209880"/>
            <a:chOff x="2933650" y="4730050"/>
            <a:chExt cx="26676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8475698-E157-DEC9-ECC7-1AD63EAB25D8}"/>
                    </a:ext>
                  </a:extLst>
                </p14:cNvPr>
                <p14:cNvContentPartPr/>
                <p14:nvPr/>
              </p14:nvContentPartPr>
              <p14:xfrm>
                <a:off x="2933650" y="4730410"/>
                <a:ext cx="82440" cy="209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8475698-E157-DEC9-ECC7-1AD63EAB25D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27530" y="4724290"/>
                  <a:ext cx="94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0A887CD-DE39-1ACB-E482-0724C4213214}"/>
                    </a:ext>
                  </a:extLst>
                </p14:cNvPr>
                <p14:cNvContentPartPr/>
                <p14:nvPr/>
              </p14:nvContentPartPr>
              <p14:xfrm>
                <a:off x="3040930" y="4730050"/>
                <a:ext cx="159480" cy="179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0A887CD-DE39-1ACB-E482-0724C42132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34810" y="4723930"/>
                  <a:ext cx="17172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B64F68F-AA71-E8E7-948A-AA89A0CA28B7}"/>
                  </a:ext>
                </a:extLst>
              </p14:cNvPr>
              <p14:cNvContentPartPr/>
              <p14:nvPr/>
            </p14:nvContentPartPr>
            <p14:xfrm>
              <a:off x="648010" y="3549250"/>
              <a:ext cx="76680" cy="842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B64F68F-AA71-E8E7-948A-AA89A0CA28B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41890" y="3543130"/>
                <a:ext cx="889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0DBD7C5-66E6-5F18-BB43-2CA8A92678A0}"/>
                  </a:ext>
                </a:extLst>
              </p14:cNvPr>
              <p14:cNvContentPartPr/>
              <p14:nvPr/>
            </p14:nvContentPartPr>
            <p14:xfrm>
              <a:off x="1224370" y="3565450"/>
              <a:ext cx="82440" cy="871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0DBD7C5-66E6-5F18-BB43-2CA8A92678A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18250" y="3559330"/>
                <a:ext cx="946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FC73275-2309-988F-01C5-32239F6BB218}"/>
                  </a:ext>
                </a:extLst>
              </p14:cNvPr>
              <p14:cNvContentPartPr/>
              <p14:nvPr/>
            </p14:nvContentPartPr>
            <p14:xfrm>
              <a:off x="3827170" y="3549250"/>
              <a:ext cx="84240" cy="1407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FC73275-2309-988F-01C5-32239F6BB2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21050" y="3543130"/>
                <a:ext cx="9648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EB81BE70-A5CB-6BBC-953A-092EFE7307B7}"/>
              </a:ext>
            </a:extLst>
          </p:cNvPr>
          <p:cNvGrpSpPr/>
          <p:nvPr/>
        </p:nvGrpSpPr>
        <p:grpSpPr>
          <a:xfrm>
            <a:off x="1771570" y="3498850"/>
            <a:ext cx="1741680" cy="198000"/>
            <a:chOff x="1771570" y="3498850"/>
            <a:chExt cx="174168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FC0EC21-FA74-542A-D626-F0601180CDCD}"/>
                    </a:ext>
                  </a:extLst>
                </p14:cNvPr>
                <p14:cNvContentPartPr/>
                <p14:nvPr/>
              </p14:nvContentPartPr>
              <p14:xfrm>
                <a:off x="1842130" y="3498850"/>
                <a:ext cx="114840" cy="166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FC0EC21-FA74-542A-D626-F0601180CD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36010" y="3492730"/>
                  <a:ext cx="127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DA901C6-63E0-56BB-33B7-1B7906C68F65}"/>
                    </a:ext>
                  </a:extLst>
                </p14:cNvPr>
                <p14:cNvContentPartPr/>
                <p14:nvPr/>
              </p14:nvContentPartPr>
              <p14:xfrm>
                <a:off x="2545210" y="3544930"/>
                <a:ext cx="92160" cy="145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DA901C6-63E0-56BB-33B7-1B7906C68F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39090" y="3538810"/>
                  <a:ext cx="104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53959DF-9BBC-CA4A-6E01-FB9DA373F8A5}"/>
                    </a:ext>
                  </a:extLst>
                </p14:cNvPr>
                <p14:cNvContentPartPr/>
                <p14:nvPr/>
              </p14:nvContentPartPr>
              <p14:xfrm>
                <a:off x="3162250" y="3552490"/>
                <a:ext cx="95760" cy="117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53959DF-9BBC-CA4A-6E01-FB9DA373F8A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56130" y="3546370"/>
                  <a:ext cx="108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24F3B66-7264-A793-5EB0-892343CB67FD}"/>
                    </a:ext>
                  </a:extLst>
                </p14:cNvPr>
                <p14:cNvContentPartPr/>
                <p14:nvPr/>
              </p14:nvContentPartPr>
              <p14:xfrm>
                <a:off x="3105010" y="3530170"/>
                <a:ext cx="235440" cy="126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24F3B66-7264-A793-5EB0-892343CB67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98890" y="3524050"/>
                  <a:ext cx="247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6D54FFE-9C3F-B314-457B-9CD2F27F8FB7}"/>
                    </a:ext>
                  </a:extLst>
                </p14:cNvPr>
                <p14:cNvContentPartPr/>
                <p14:nvPr/>
              </p14:nvContentPartPr>
              <p14:xfrm>
                <a:off x="3422530" y="3574810"/>
                <a:ext cx="90720" cy="122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6D54FFE-9C3F-B314-457B-9CD2F27F8FB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16410" y="3568690"/>
                  <a:ext cx="102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4DA36FB-D9EF-5323-A82D-5849442D8FB0}"/>
                    </a:ext>
                  </a:extLst>
                </p14:cNvPr>
                <p14:cNvContentPartPr/>
                <p14:nvPr/>
              </p14:nvContentPartPr>
              <p14:xfrm>
                <a:off x="2381050" y="3507850"/>
                <a:ext cx="528840" cy="176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4DA36FB-D9EF-5323-A82D-5849442D8FB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74930" y="3501730"/>
                  <a:ext cx="541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993EB8C-1FD2-7A42-BCE1-2251D385340A}"/>
                    </a:ext>
                  </a:extLst>
                </p14:cNvPr>
                <p14:cNvContentPartPr/>
                <p14:nvPr/>
              </p14:nvContentPartPr>
              <p14:xfrm>
                <a:off x="2965330" y="3536650"/>
                <a:ext cx="73080" cy="110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993EB8C-1FD2-7A42-BCE1-2251D38534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59210" y="3530530"/>
                  <a:ext cx="85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B6A67A7-9B4B-67CD-29B2-ABD2254526F9}"/>
                    </a:ext>
                  </a:extLst>
                </p14:cNvPr>
                <p14:cNvContentPartPr/>
                <p14:nvPr/>
              </p14:nvContentPartPr>
              <p14:xfrm>
                <a:off x="1771570" y="3522250"/>
                <a:ext cx="394200" cy="147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B6A67A7-9B4B-67CD-29B2-ABD2254526F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65450" y="3516130"/>
                  <a:ext cx="406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171ACB2-FE42-6DFE-BB71-7B194661048A}"/>
                    </a:ext>
                  </a:extLst>
                </p14:cNvPr>
                <p14:cNvContentPartPr/>
                <p14:nvPr/>
              </p14:nvContentPartPr>
              <p14:xfrm>
                <a:off x="2190610" y="3542770"/>
                <a:ext cx="102240" cy="153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171ACB2-FE42-6DFE-BB71-7B19466104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84490" y="3536650"/>
                  <a:ext cx="11448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37A8212-43D1-F5C9-C30E-C0950F4C6D18}"/>
              </a:ext>
            </a:extLst>
          </p:cNvPr>
          <p:cNvGrpSpPr/>
          <p:nvPr/>
        </p:nvGrpSpPr>
        <p:grpSpPr>
          <a:xfrm>
            <a:off x="3784330" y="3566530"/>
            <a:ext cx="844560" cy="242640"/>
            <a:chOff x="3784330" y="3566530"/>
            <a:chExt cx="84456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0D18A1C-791B-7E10-4BA5-A3F19E44AFF7}"/>
                    </a:ext>
                  </a:extLst>
                </p14:cNvPr>
                <p14:cNvContentPartPr/>
                <p14:nvPr/>
              </p14:nvContentPartPr>
              <p14:xfrm>
                <a:off x="3784330" y="3566530"/>
                <a:ext cx="312840" cy="133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0D18A1C-791B-7E10-4BA5-A3F19E44AFF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78210" y="3560410"/>
                  <a:ext cx="325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D18521E-25AE-4005-CD94-D725C4E8DC12}"/>
                    </a:ext>
                  </a:extLst>
                </p14:cNvPr>
                <p14:cNvContentPartPr/>
                <p14:nvPr/>
              </p14:nvContentPartPr>
              <p14:xfrm>
                <a:off x="4171330" y="3580210"/>
                <a:ext cx="98280" cy="197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D18521E-25AE-4005-CD94-D725C4E8DC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65210" y="3574090"/>
                  <a:ext cx="110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52949A2-A7D5-0CB8-9FDD-F11D80FEDFB8}"/>
                    </a:ext>
                  </a:extLst>
                </p14:cNvPr>
                <p14:cNvContentPartPr/>
                <p14:nvPr/>
              </p14:nvContentPartPr>
              <p14:xfrm>
                <a:off x="4127410" y="3605770"/>
                <a:ext cx="339480" cy="155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52949A2-A7D5-0CB8-9FDD-F11D80FEDF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21290" y="3599650"/>
                  <a:ext cx="351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B88623-E70B-DA7D-4AB7-A8E836E851EC}"/>
                    </a:ext>
                  </a:extLst>
                </p14:cNvPr>
                <p14:cNvContentPartPr/>
                <p14:nvPr/>
              </p14:nvContentPartPr>
              <p14:xfrm>
                <a:off x="4539970" y="3580930"/>
                <a:ext cx="88920" cy="228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B88623-E70B-DA7D-4AB7-A8E836E851E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33850" y="3574810"/>
                  <a:ext cx="10116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EDE4F09-2704-051D-B4FB-00372F8D9685}"/>
              </a:ext>
            </a:extLst>
          </p:cNvPr>
          <p:cNvGrpSpPr/>
          <p:nvPr/>
        </p:nvGrpSpPr>
        <p:grpSpPr>
          <a:xfrm>
            <a:off x="3822490" y="4831570"/>
            <a:ext cx="684360" cy="439920"/>
            <a:chOff x="3822490" y="4831570"/>
            <a:chExt cx="684360" cy="4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0FC8CA-B237-B15E-A016-5C44829AE66F}"/>
                    </a:ext>
                  </a:extLst>
                </p14:cNvPr>
                <p14:cNvContentPartPr/>
                <p14:nvPr/>
              </p14:nvContentPartPr>
              <p14:xfrm>
                <a:off x="3841210" y="4831570"/>
                <a:ext cx="185040" cy="439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0FC8CA-B237-B15E-A016-5C44829AE66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35090" y="4825450"/>
                  <a:ext cx="1972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ADFBCA5-F9A5-4C18-88D1-3E20E13C5D6B}"/>
                    </a:ext>
                  </a:extLst>
                </p14:cNvPr>
                <p14:cNvContentPartPr/>
                <p14:nvPr/>
              </p14:nvContentPartPr>
              <p14:xfrm>
                <a:off x="3822490" y="5060170"/>
                <a:ext cx="196920" cy="13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ADFBCA5-F9A5-4C18-88D1-3E20E13C5D6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16370" y="5054050"/>
                  <a:ext cx="209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EDF2FAC-3FB9-F986-83FA-651E8420A1EC}"/>
                    </a:ext>
                  </a:extLst>
                </p14:cNvPr>
                <p14:cNvContentPartPr/>
                <p14:nvPr/>
              </p14:nvContentPartPr>
              <p14:xfrm>
                <a:off x="4075930" y="4986010"/>
                <a:ext cx="129960" cy="152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EDF2FAC-3FB9-F986-83FA-651E8420A1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69810" y="4979890"/>
                  <a:ext cx="142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43A1CA-888C-E10B-4676-3D0A8A2580B6}"/>
                    </a:ext>
                  </a:extLst>
                </p14:cNvPr>
                <p14:cNvContentPartPr/>
                <p14:nvPr/>
              </p14:nvContentPartPr>
              <p14:xfrm>
                <a:off x="4265650" y="4990690"/>
                <a:ext cx="241200" cy="120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43A1CA-888C-E10B-4676-3D0A8A2580B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59530" y="4984570"/>
                  <a:ext cx="25344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0636653-217E-7E11-7946-F52989E3F240}"/>
              </a:ext>
            </a:extLst>
          </p:cNvPr>
          <p:cNvGrpSpPr/>
          <p:nvPr/>
        </p:nvGrpSpPr>
        <p:grpSpPr>
          <a:xfrm>
            <a:off x="4946410" y="4781170"/>
            <a:ext cx="525960" cy="388440"/>
            <a:chOff x="4946410" y="4781170"/>
            <a:chExt cx="52596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5914495-80AD-2407-4623-CC1C27F65FA1}"/>
                    </a:ext>
                  </a:extLst>
                </p14:cNvPr>
                <p14:cNvContentPartPr/>
                <p14:nvPr/>
              </p14:nvContentPartPr>
              <p14:xfrm>
                <a:off x="4946410" y="4959010"/>
                <a:ext cx="20160" cy="210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5914495-80AD-2407-4623-CC1C27F65FA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40290" y="4952890"/>
                  <a:ext cx="32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4EAA4ED-0F6E-0A4B-4D3B-C89172C8FCF6}"/>
                    </a:ext>
                  </a:extLst>
                </p14:cNvPr>
                <p14:cNvContentPartPr/>
                <p14:nvPr/>
              </p14:nvContentPartPr>
              <p14:xfrm>
                <a:off x="4952890" y="4781170"/>
                <a:ext cx="7920" cy="42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4EAA4ED-0F6E-0A4B-4D3B-C89172C8FCF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946770" y="4775050"/>
                  <a:ext cx="20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D3C8A3-D16D-8695-4EC3-004647FA12AF}"/>
                    </a:ext>
                  </a:extLst>
                </p14:cNvPr>
                <p14:cNvContentPartPr/>
                <p14:nvPr/>
              </p14:nvContentPartPr>
              <p14:xfrm>
                <a:off x="5054410" y="4787650"/>
                <a:ext cx="77040" cy="318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D3C8A3-D16D-8695-4EC3-004647FA12A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048290" y="4781530"/>
                  <a:ext cx="892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798CA67-0380-3D28-4864-AA978F347D4F}"/>
                    </a:ext>
                  </a:extLst>
                </p14:cNvPr>
                <p14:cNvContentPartPr/>
                <p14:nvPr/>
              </p14:nvContentPartPr>
              <p14:xfrm>
                <a:off x="4997170" y="4997170"/>
                <a:ext cx="171360" cy="19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798CA67-0380-3D28-4864-AA978F347D4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91050" y="4991050"/>
                  <a:ext cx="183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A8079FE-231E-63C2-42FE-10A52CA92FA2}"/>
                    </a:ext>
                  </a:extLst>
                </p14:cNvPr>
                <p14:cNvContentPartPr/>
                <p14:nvPr/>
              </p14:nvContentPartPr>
              <p14:xfrm>
                <a:off x="5168530" y="4953250"/>
                <a:ext cx="69120" cy="128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A8079FE-231E-63C2-42FE-10A52CA92FA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62410" y="4947130"/>
                  <a:ext cx="81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6C6C84F-B8FD-629E-59C0-CBBB27354AF5}"/>
                    </a:ext>
                  </a:extLst>
                </p14:cNvPr>
                <p14:cNvContentPartPr/>
                <p14:nvPr/>
              </p14:nvContentPartPr>
              <p14:xfrm>
                <a:off x="5312530" y="4952530"/>
                <a:ext cx="159840" cy="121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6C6C84F-B8FD-629E-59C0-CBBB27354AF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06410" y="4946410"/>
                  <a:ext cx="17208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936E253-DF1C-E0D3-4AF7-301AF5047AC0}"/>
              </a:ext>
            </a:extLst>
          </p:cNvPr>
          <p:cNvGrpSpPr/>
          <p:nvPr/>
        </p:nvGrpSpPr>
        <p:grpSpPr>
          <a:xfrm>
            <a:off x="5682610" y="4889170"/>
            <a:ext cx="163800" cy="204120"/>
            <a:chOff x="5682610" y="4889170"/>
            <a:chExt cx="163800" cy="2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3320848-7A42-0279-0601-D1E1B0C40ACD}"/>
                    </a:ext>
                  </a:extLst>
                </p14:cNvPr>
                <p14:cNvContentPartPr/>
                <p14:nvPr/>
              </p14:nvContentPartPr>
              <p14:xfrm>
                <a:off x="5682610" y="4990690"/>
                <a:ext cx="25920" cy="102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3320848-7A42-0279-0601-D1E1B0C40A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76490" y="4984570"/>
                  <a:ext cx="38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7BA1FB3-6AB3-F6D3-A053-5A1C48F7EA8F}"/>
                    </a:ext>
                  </a:extLst>
                </p14:cNvPr>
                <p14:cNvContentPartPr/>
                <p14:nvPr/>
              </p14:nvContentPartPr>
              <p14:xfrm>
                <a:off x="5715010" y="4889170"/>
                <a:ext cx="2880" cy="1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7BA1FB3-6AB3-F6D3-A053-5A1C48F7EA8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08890" y="4883050"/>
                  <a:ext cx="15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9912D0-B7AC-824A-A7D4-4D463BB823D3}"/>
                    </a:ext>
                  </a:extLst>
                </p14:cNvPr>
                <p14:cNvContentPartPr/>
                <p14:nvPr/>
              </p14:nvContentPartPr>
              <p14:xfrm>
                <a:off x="5754970" y="4920850"/>
                <a:ext cx="91440" cy="147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9912D0-B7AC-824A-A7D4-4D463BB823D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48850" y="4914730"/>
                  <a:ext cx="1036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DFD6FE9-BC53-7B5B-A4C8-932E79231FBA}"/>
              </a:ext>
            </a:extLst>
          </p:cNvPr>
          <p:cNvGrpSpPr/>
          <p:nvPr/>
        </p:nvGrpSpPr>
        <p:grpSpPr>
          <a:xfrm>
            <a:off x="6102010" y="4838410"/>
            <a:ext cx="750600" cy="317880"/>
            <a:chOff x="6102010" y="4838410"/>
            <a:chExt cx="75060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BE0B275-3670-5732-8D2B-B467DF2C4776}"/>
                    </a:ext>
                  </a:extLst>
                </p14:cNvPr>
                <p14:cNvContentPartPr/>
                <p14:nvPr/>
              </p14:nvContentPartPr>
              <p14:xfrm>
                <a:off x="6102010" y="4971610"/>
                <a:ext cx="19440" cy="94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BE0B275-3670-5732-8D2B-B467DF2C47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95890" y="4965490"/>
                  <a:ext cx="31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2D1EE28-0343-86AF-56A0-79460B59F2D3}"/>
                    </a:ext>
                  </a:extLst>
                </p14:cNvPr>
                <p14:cNvContentPartPr/>
                <p14:nvPr/>
              </p14:nvContentPartPr>
              <p14:xfrm>
                <a:off x="6134050" y="4838410"/>
                <a:ext cx="14040" cy="34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2D1EE28-0343-86AF-56A0-79460B59F2D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27930" y="4832290"/>
                  <a:ext cx="26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B71F6F8-013A-838F-C5A8-B6D0D91F719E}"/>
                    </a:ext>
                  </a:extLst>
                </p14:cNvPr>
                <p14:cNvContentPartPr/>
                <p14:nvPr/>
              </p14:nvContentPartPr>
              <p14:xfrm>
                <a:off x="6254290" y="4838410"/>
                <a:ext cx="82440" cy="209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B71F6F8-013A-838F-C5A8-B6D0D91F719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48170" y="4832290"/>
                  <a:ext cx="94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331CB2F-58D5-0EEA-BFD0-EC3592127FEB}"/>
                    </a:ext>
                  </a:extLst>
                </p14:cNvPr>
                <p14:cNvContentPartPr/>
                <p14:nvPr/>
              </p14:nvContentPartPr>
              <p14:xfrm>
                <a:off x="6235570" y="4978090"/>
                <a:ext cx="95760" cy="19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331CB2F-58D5-0EEA-BFD0-EC3592127FE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29450" y="4971970"/>
                  <a:ext cx="10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F4B03AF-603D-90EA-721A-A124930A38B7}"/>
                    </a:ext>
                  </a:extLst>
                </p14:cNvPr>
                <p14:cNvContentPartPr/>
                <p14:nvPr/>
              </p14:nvContentPartPr>
              <p14:xfrm>
                <a:off x="6373450" y="4951090"/>
                <a:ext cx="47520" cy="102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F4B03AF-603D-90EA-721A-A124930A38B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67330" y="4944970"/>
                  <a:ext cx="59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52EB5E5-9A5C-7508-FCDF-C5B9382E7C0C}"/>
                    </a:ext>
                  </a:extLst>
                </p14:cNvPr>
                <p14:cNvContentPartPr/>
                <p14:nvPr/>
              </p14:nvContentPartPr>
              <p14:xfrm>
                <a:off x="6476770" y="4990690"/>
                <a:ext cx="185760" cy="103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52EB5E5-9A5C-7508-FCDF-C5B9382E7C0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70650" y="4984570"/>
                  <a:ext cx="198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905313F-4BE5-6D0A-CA9E-552E5C2B8CD8}"/>
                    </a:ext>
                  </a:extLst>
                </p14:cNvPr>
                <p14:cNvContentPartPr/>
                <p14:nvPr/>
              </p14:nvContentPartPr>
              <p14:xfrm>
                <a:off x="6805090" y="4971610"/>
                <a:ext cx="47520" cy="184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905313F-4BE5-6D0A-CA9E-552E5C2B8CD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98970" y="4965490"/>
                  <a:ext cx="5976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9540883-3E76-2563-5E6D-21A5B3A81706}"/>
              </a:ext>
            </a:extLst>
          </p:cNvPr>
          <p:cNvGrpSpPr/>
          <p:nvPr/>
        </p:nvGrpSpPr>
        <p:grpSpPr>
          <a:xfrm>
            <a:off x="5580370" y="5384530"/>
            <a:ext cx="597600" cy="259920"/>
            <a:chOff x="5580370" y="5384530"/>
            <a:chExt cx="59760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34C598C-0A5D-D288-CCE7-B70A4B89B68E}"/>
                    </a:ext>
                  </a:extLst>
                </p14:cNvPr>
                <p14:cNvContentPartPr/>
                <p14:nvPr/>
              </p14:nvContentPartPr>
              <p14:xfrm>
                <a:off x="5580370" y="5384530"/>
                <a:ext cx="99000" cy="259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34C598C-0A5D-D288-CCE7-B70A4B89B68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74250" y="5378410"/>
                  <a:ext cx="1112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2B1C1B2-5242-BD96-AC11-A00A522B005A}"/>
                    </a:ext>
                  </a:extLst>
                </p14:cNvPr>
                <p14:cNvContentPartPr/>
                <p14:nvPr/>
              </p14:nvContentPartPr>
              <p14:xfrm>
                <a:off x="5581450" y="5547970"/>
                <a:ext cx="183960" cy="8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2B1C1B2-5242-BD96-AC11-A00A522B005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75330" y="5541850"/>
                  <a:ext cx="196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7F862C8-EA0E-0539-10B6-135C4412ABDC}"/>
                    </a:ext>
                  </a:extLst>
                </p14:cNvPr>
                <p14:cNvContentPartPr/>
                <p14:nvPr/>
              </p14:nvContentPartPr>
              <p14:xfrm>
                <a:off x="5829850" y="5461210"/>
                <a:ext cx="69480" cy="114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7F862C8-EA0E-0539-10B6-135C4412ABD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23730" y="5455090"/>
                  <a:ext cx="81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66D00E8-C74D-F2F7-62D9-C60AEC2E9B0A}"/>
                    </a:ext>
                  </a:extLst>
                </p14:cNvPr>
                <p14:cNvContentPartPr/>
                <p14:nvPr/>
              </p14:nvContentPartPr>
              <p14:xfrm>
                <a:off x="6009850" y="5447890"/>
                <a:ext cx="168120" cy="81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66D00E8-C74D-F2F7-62D9-C60AEC2E9B0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03730" y="5441770"/>
                  <a:ext cx="18036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E26B16B-85F5-ABBB-1926-2D1DD83D3EEA}"/>
                  </a:ext>
                </a:extLst>
              </p14:cNvPr>
              <p14:cNvContentPartPr/>
              <p14:nvPr/>
            </p14:nvContentPartPr>
            <p14:xfrm>
              <a:off x="6603850" y="5432410"/>
              <a:ext cx="142920" cy="1458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E26B16B-85F5-ABBB-1926-2D1DD83D3EE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597730" y="5426290"/>
                <a:ext cx="15516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4558B95-2DEC-5436-8457-FC65C3F81F6A}"/>
              </a:ext>
            </a:extLst>
          </p:cNvPr>
          <p:cNvGrpSpPr/>
          <p:nvPr/>
        </p:nvGrpSpPr>
        <p:grpSpPr>
          <a:xfrm>
            <a:off x="6940450" y="5555890"/>
            <a:ext cx="279720" cy="28080"/>
            <a:chOff x="6940450" y="5555890"/>
            <a:chExt cx="279720" cy="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6496639-0744-850F-856E-673EBC126C51}"/>
                    </a:ext>
                  </a:extLst>
                </p14:cNvPr>
                <p14:cNvContentPartPr/>
                <p14:nvPr/>
              </p14:nvContentPartPr>
              <p14:xfrm>
                <a:off x="6940450" y="5555890"/>
                <a:ext cx="17280" cy="21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6496639-0744-850F-856E-673EBC126C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34330" y="5549770"/>
                  <a:ext cx="29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2ECA644-995F-C79A-5139-171124D3CB1F}"/>
                    </a:ext>
                  </a:extLst>
                </p14:cNvPr>
                <p14:cNvContentPartPr/>
                <p14:nvPr/>
              </p14:nvContentPartPr>
              <p14:xfrm>
                <a:off x="7080130" y="5568850"/>
                <a:ext cx="25920" cy="12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2ECA644-995F-C79A-5139-171124D3CB1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74010" y="5562730"/>
                  <a:ext cx="38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CA2164D-477D-558D-14DC-8580C4E44B81}"/>
                    </a:ext>
                  </a:extLst>
                </p14:cNvPr>
                <p14:cNvContentPartPr/>
                <p14:nvPr/>
              </p14:nvContentPartPr>
              <p14:xfrm>
                <a:off x="7213330" y="5574970"/>
                <a:ext cx="6840" cy="9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CA2164D-477D-558D-14DC-8580C4E44B8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07210" y="5568850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0/1 vs Unbounded Knapsack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0/1: </a:t>
            </a:r>
            <a:r>
              <a:rPr dirty="0" err="1"/>
              <a:t>предмет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максимум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раз</a:t>
            </a:r>
            <a:endParaRPr dirty="0"/>
          </a:p>
          <a:p>
            <a:r>
              <a:rPr dirty="0" err="1"/>
              <a:t>Обход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—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налево</a:t>
            </a:r>
            <a:endParaRPr dirty="0"/>
          </a:p>
          <a:p>
            <a:r>
              <a:rPr dirty="0"/>
              <a:t>Unbounded: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бесконечно</a:t>
            </a:r>
            <a:endParaRPr dirty="0"/>
          </a:p>
          <a:p>
            <a:r>
              <a:rPr dirty="0" err="1"/>
              <a:t>Обход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— </a:t>
            </a:r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направо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распознать задачу на рюкзак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ограниченный</a:t>
            </a:r>
            <a:r>
              <a:rPr dirty="0"/>
              <a:t> </a:t>
            </a:r>
            <a:r>
              <a:rPr dirty="0" err="1"/>
              <a:t>ресурс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объектов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подмножества</a:t>
            </a:r>
            <a:endParaRPr dirty="0"/>
          </a:p>
          <a:p>
            <a:r>
              <a:rPr dirty="0" err="1"/>
              <a:t>Максимизация</a:t>
            </a:r>
            <a:r>
              <a:rPr dirty="0"/>
              <a:t> / </a:t>
            </a:r>
            <a:r>
              <a:rPr dirty="0" err="1"/>
              <a:t>минимизация</a:t>
            </a:r>
            <a:r>
              <a:rPr dirty="0"/>
              <a:t> /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способов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вариации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Максимизация</a:t>
            </a:r>
            <a:r>
              <a:rPr dirty="0"/>
              <a:t> </a:t>
            </a:r>
            <a:r>
              <a:rPr dirty="0" err="1"/>
              <a:t>ценности</a:t>
            </a:r>
            <a:endParaRPr dirty="0"/>
          </a:p>
          <a:p>
            <a:r>
              <a:rPr dirty="0" err="1"/>
              <a:t>Минимизация</a:t>
            </a:r>
            <a:r>
              <a:rPr dirty="0"/>
              <a:t> </a:t>
            </a:r>
            <a:r>
              <a:rPr dirty="0" err="1"/>
              <a:t>количества</a:t>
            </a:r>
            <a:endParaRPr dirty="0"/>
          </a:p>
          <a:p>
            <a:r>
              <a:rPr dirty="0" err="1"/>
              <a:t>Подсчет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 </a:t>
            </a:r>
            <a:r>
              <a:rPr dirty="0" err="1"/>
              <a:t>способов</a:t>
            </a:r>
            <a:endParaRPr dirty="0"/>
          </a:p>
          <a:p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(2D knapsack)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Knapsack — </a:t>
            </a:r>
            <a:r>
              <a:rPr dirty="0" err="1"/>
              <a:t>универсальный</a:t>
            </a:r>
            <a:r>
              <a:rPr dirty="0"/>
              <a:t> DP-</a:t>
            </a:r>
            <a:r>
              <a:rPr dirty="0" err="1"/>
              <a:t>шаблон</a:t>
            </a:r>
            <a:endParaRPr dirty="0"/>
          </a:p>
          <a:p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состояние</a:t>
            </a:r>
            <a:endParaRPr dirty="0"/>
          </a:p>
          <a:p>
            <a:r>
              <a:rPr dirty="0" err="1"/>
              <a:t>Направление</a:t>
            </a:r>
            <a:r>
              <a:rPr dirty="0"/>
              <a:t> </a:t>
            </a:r>
            <a:r>
              <a:rPr dirty="0" err="1"/>
              <a:t>обхода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289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Knapsack и закрепление DP</vt:lpstr>
      <vt:lpstr>Виды задач на Динамическое Программирование</vt:lpstr>
      <vt:lpstr>Knapsack и закрепление 1D / 2D DP</vt:lpstr>
      <vt:lpstr>Почему Knapsack — это DP</vt:lpstr>
      <vt:lpstr>Классическая постановка 0/1 Knapsack</vt:lpstr>
      <vt:lpstr>Состояние 2D DP</vt:lpstr>
      <vt:lpstr>Переход 2D DP</vt:lpstr>
      <vt:lpstr>Оптимизация до 1D</vt:lpstr>
      <vt:lpstr>0/1 vs Unbounded Knapsack</vt:lpstr>
      <vt:lpstr>Как распознать задачу на рюкзак</vt:lpstr>
      <vt:lpstr>Типовые вариации</vt:lpstr>
      <vt:lpstr>Итог занятия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4</cp:revision>
  <dcterms:created xsi:type="dcterms:W3CDTF">2013-01-27T09:14:16Z</dcterms:created>
  <dcterms:modified xsi:type="dcterms:W3CDTF">2026-06-09T19:11:24Z</dcterms:modified>
  <cp:category/>
</cp:coreProperties>
</file>