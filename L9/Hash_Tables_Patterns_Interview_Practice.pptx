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4" r:id="rId19"/>
    <p:sldId id="265" r:id="rId20"/>
    <p:sldId id="26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Хэш-таблицы в алгоритмических задачах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Паттерны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 и </a:t>
            </a:r>
            <a:r>
              <a:rPr dirty="0" err="1"/>
              <a:t>практик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стоит думать про хэш-таблицу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существование</a:t>
            </a:r>
            <a:r>
              <a:rPr dirty="0"/>
              <a:t> </a:t>
            </a:r>
            <a:r>
              <a:rPr dirty="0" err="1"/>
              <a:t>элемента</a:t>
            </a:r>
            <a:endParaRPr dirty="0"/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частоты</a:t>
            </a:r>
            <a:r>
              <a:rPr dirty="0"/>
              <a:t> / </a:t>
            </a:r>
            <a:r>
              <a:rPr dirty="0" err="1"/>
              <a:t>агрегировать</a:t>
            </a:r>
            <a:r>
              <a:rPr dirty="0"/>
              <a:t> </a:t>
            </a:r>
            <a:r>
              <a:rPr dirty="0" err="1"/>
              <a:t>данные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«</a:t>
            </a:r>
            <a:r>
              <a:rPr dirty="0" err="1"/>
              <a:t>ключ</a:t>
            </a:r>
            <a:r>
              <a:rPr dirty="0"/>
              <a:t> → </a:t>
            </a:r>
            <a:r>
              <a:rPr dirty="0" err="1"/>
              <a:t>значение</a:t>
            </a:r>
            <a:r>
              <a:rPr dirty="0"/>
              <a:t>»</a:t>
            </a:r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избавиться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вложенных</a:t>
            </a:r>
            <a:r>
              <a:rPr dirty="0"/>
              <a:t> </a:t>
            </a:r>
            <a:r>
              <a:rPr dirty="0" err="1"/>
              <a:t>циклов</a:t>
            </a:r>
            <a:endParaRPr dirty="0"/>
          </a:p>
          <a:p>
            <a:r>
              <a:rPr dirty="0" err="1"/>
              <a:t>Ожидается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dirty="0"/>
              <a:t> </a:t>
            </a:r>
            <a:r>
              <a:rPr lang="en-US" dirty="0"/>
              <a:t>O(</a:t>
            </a:r>
            <a:r>
              <a:rPr lang="en-US" dirty="0" err="1"/>
              <a:t>NlogN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операции и сложности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Вставка: O(1) в среднем</a:t>
            </a:r>
          </a:p>
          <a:p>
            <a:r>
              <a:t>Поиск: O(1) в среднем</a:t>
            </a:r>
          </a:p>
          <a:p>
            <a:r>
              <a:t>Удаление: O(1) в среднем</a:t>
            </a:r>
          </a:p>
          <a:p>
            <a:r>
              <a:t>Память: O(n)</a:t>
            </a:r>
          </a:p>
          <a:p>
            <a:r>
              <a:t>Важно: возможны коллизии → деградация до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HashSet / Existence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Идея: </a:t>
            </a:r>
            <a:r>
              <a:rPr dirty="0" err="1"/>
              <a:t>храним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встреченные</a:t>
            </a:r>
            <a:r>
              <a:rPr dirty="0"/>
              <a:t> </a:t>
            </a:r>
            <a:r>
              <a:rPr dirty="0" err="1"/>
              <a:t>элементы</a:t>
            </a:r>
            <a:endParaRPr dirty="0"/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дубликатов</a:t>
            </a:r>
            <a:endParaRPr dirty="0"/>
          </a:p>
          <a:p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вложенные</a:t>
            </a:r>
            <a:r>
              <a:rPr dirty="0"/>
              <a:t> </a:t>
            </a:r>
            <a:r>
              <a:rPr dirty="0" err="1"/>
              <a:t>циклы</a:t>
            </a:r>
            <a:endParaRPr dirty="0"/>
          </a:p>
          <a:p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«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раньше</a:t>
            </a:r>
            <a:r>
              <a:rPr dirty="0"/>
              <a:t>?»</a:t>
            </a:r>
          </a:p>
          <a:p>
            <a:r>
              <a:rPr dirty="0" err="1"/>
              <a:t>LeetCode</a:t>
            </a:r>
            <a:r>
              <a:rPr dirty="0"/>
              <a:t>: 217, 268,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Frequency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Идея: считаем количество вхождений элементов</a:t>
            </a:r>
          </a:p>
          <a:p>
            <a:r>
              <a:t>Используется для строк, массивов, подсчёта символов</a:t>
            </a:r>
          </a:p>
          <a:p>
            <a:r>
              <a:t>Основа для анаграмм и статистики</a:t>
            </a:r>
          </a:p>
          <a:p>
            <a:r>
              <a:t>LeetCode: 242, 383, 169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Bucket Sort (через hash)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Группируем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«</a:t>
            </a:r>
            <a:r>
              <a:rPr dirty="0" err="1"/>
              <a:t>корзинам</a:t>
            </a:r>
            <a:r>
              <a:rPr dirty="0"/>
              <a:t>»</a:t>
            </a:r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Frequency Map</a:t>
            </a:r>
          </a:p>
          <a:p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сортировать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частоте</a:t>
            </a:r>
            <a:endParaRPr dirty="0"/>
          </a:p>
          <a:p>
            <a:r>
              <a:rPr dirty="0" err="1"/>
              <a:t>LeetCode</a:t>
            </a:r>
            <a:r>
              <a:rPr dirty="0"/>
              <a:t>: 347, 451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Sliding Window + 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Окно</a:t>
            </a:r>
            <a:r>
              <a:rPr dirty="0"/>
              <a:t> с </a:t>
            </a:r>
            <a:r>
              <a:rPr dirty="0" err="1"/>
              <a:t>динамическим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границ</a:t>
            </a:r>
            <a:endParaRPr dirty="0"/>
          </a:p>
          <a:p>
            <a:r>
              <a:rPr dirty="0"/>
              <a:t>HashMap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текущего</a:t>
            </a:r>
            <a:r>
              <a:rPr dirty="0"/>
              <a:t> </a:t>
            </a:r>
            <a:r>
              <a:rPr dirty="0" err="1"/>
              <a:t>окна</a:t>
            </a:r>
            <a:endParaRPr dirty="0"/>
          </a:p>
          <a:p>
            <a:r>
              <a:rPr dirty="0" err="1"/>
              <a:t>Типично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подстроки</a:t>
            </a:r>
            <a:endParaRPr dirty="0"/>
          </a:p>
          <a:p>
            <a:r>
              <a:rPr dirty="0" err="1"/>
              <a:t>LeetCode</a:t>
            </a:r>
            <a:r>
              <a:rPr dirty="0"/>
              <a:t>: 3, 76, 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Prefix Sum + 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Храним, какие префиксные суммы уже были</a:t>
            </a:r>
          </a:p>
          <a:p>
            <a:r>
              <a:t>Позволяет решать задачи с подмассивами</a:t>
            </a:r>
          </a:p>
          <a:p>
            <a:r>
              <a:t>Ключевая идея: current_sum - target</a:t>
            </a:r>
          </a:p>
          <a:p>
            <a:r>
              <a:t>LeetCode: 560, 974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DC33E-310A-6E4A-CEF8-E7D66981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BB94-D720-84CF-B7DC-499D0BEE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6D53A-834B-4265-ADA4-2C3157967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779" y="1600200"/>
            <a:ext cx="802244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8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2FE7-AF7C-EB66-E21A-9F374448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9688-BB73-D0B4-3A7F-A4D22DD3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B4F732-4FE0-E231-D421-062CCBB4F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453" y="1600200"/>
            <a:ext cx="810109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1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6586-BA57-5C94-7B1F-F00CEA717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80711-EC04-3382-8400-5ED13CD5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A313DB-2CAF-3C36-673F-903FF63FB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474" y="1600200"/>
            <a:ext cx="805105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3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3A3A-CA9A-D298-E635-9C618F36C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7114-E2A5-CD5F-0F20-7C8AC1A1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C67279-BF2A-784B-2B69-DCCFAD46C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283" y="1600200"/>
            <a:ext cx="808343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76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99AF-4C4E-2500-8753-AF30A913F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D668-7291-9C4E-6E5D-DB7081A3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E6EE31-9C79-8B67-C441-A66D23260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02" y="1600200"/>
            <a:ext cx="803499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5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4BBC7-6AF8-D9EA-A599-34AE76A6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EDDB-F22E-DBCD-C238-7BFE2532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104DB3-98AD-BAC3-7DB9-6C92C6FBC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792" y="1600200"/>
            <a:ext cx="808841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21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F0C9A-4C99-F56F-2B5A-E60A454F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EDF8-8C9A-DAE3-705B-8C8AF4B6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25A800-A320-8165-EC6B-7DCEC1DEB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607" y="1600200"/>
            <a:ext cx="808478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00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CAD6-7CDB-B973-6394-E32942BC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1651C-ABB9-8C8A-FC28-B62F9D28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E3DC1C-B44C-4FC6-3E0F-0321BBB16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911" y="1600200"/>
            <a:ext cx="811617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4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0976-E087-523F-A15D-A46841B7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F0AC-481A-CD26-1FE7-59E412FB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Паттерн</a:t>
            </a:r>
            <a:r>
              <a:rPr dirty="0"/>
              <a:t>: Prefix Sum + HashMap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AA623A-E422-A700-C1B9-337AEE78E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283" y="1600200"/>
            <a:ext cx="808343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8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Паттерн: Value →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Храним позицию элемента</a:t>
            </a:r>
          </a:p>
          <a:p>
            <a:r>
              <a:t>Позволяет находить пары за O(n)</a:t>
            </a:r>
          </a:p>
          <a:p>
            <a:r>
              <a:t>Часто первый шаг в оптимизации</a:t>
            </a:r>
          </a:p>
          <a:p>
            <a:r>
              <a:t>LeetCode: 1, 167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задачи на хэш-таблицы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Sum / пары элементов</a:t>
            </a:r>
          </a:p>
          <a:p>
            <a:r>
              <a:t>Анаграммы</a:t>
            </a:r>
          </a:p>
          <a:p>
            <a:r>
              <a:t>Подстроки без повторений</a:t>
            </a:r>
          </a:p>
          <a:p>
            <a:r>
              <a:t>Подмассивы с заданной суммой</a:t>
            </a:r>
          </a:p>
          <a:p>
            <a:r>
              <a:t>Топ-K элементов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Практик</a:t>
            </a:r>
            <a:r>
              <a:rPr lang="ru-RU" dirty="0"/>
              <a:t>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Sum — </a:t>
            </a:r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паттерна</a:t>
            </a:r>
            <a:r>
              <a:rPr dirty="0"/>
              <a:t> Value → Index</a:t>
            </a:r>
          </a:p>
          <a:p>
            <a:r>
              <a:rPr dirty="0"/>
              <a:t>Valid Anagram — Frequency Map</a:t>
            </a:r>
          </a:p>
          <a:p>
            <a:r>
              <a:rPr dirty="0"/>
              <a:t>Longest Substring Without Repeating Characters — Sliding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366</Words>
  <Application>Microsoft Office PowerPoint</Application>
  <PresentationFormat>On-screen Show (4:3)</PresentationFormat>
  <Paragraphs>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Хэш-таблицы в алгоритмических задачах</vt:lpstr>
      <vt:lpstr>Когда стоит думать про хэш-таблицу</vt:lpstr>
      <vt:lpstr>Основные операции и сложности</vt:lpstr>
      <vt:lpstr>Паттерн: HashSet / Existence Check</vt:lpstr>
      <vt:lpstr>Паттерн: Frequency Map</vt:lpstr>
      <vt:lpstr>Паттерн: Bucket Sort (через hash)</vt:lpstr>
      <vt:lpstr>Паттерн: Sliding Window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Prefix Sum + HashMap</vt:lpstr>
      <vt:lpstr>Паттерн: Value → Index</vt:lpstr>
      <vt:lpstr>Типовые задачи на хэш-таблицы</vt:lpstr>
      <vt:lpstr>Практика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5</cp:revision>
  <dcterms:created xsi:type="dcterms:W3CDTF">2013-01-27T09:14:16Z</dcterms:created>
  <dcterms:modified xsi:type="dcterms:W3CDTF">2026-02-05T06:46:43Z</dcterms:modified>
  <cp:category/>
</cp:coreProperties>
</file>