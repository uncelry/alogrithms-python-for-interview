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4" r:id="rId4"/>
    <p:sldId id="275" r:id="rId5"/>
    <p:sldId id="262" r:id="rId6"/>
    <p:sldId id="263" r:id="rId7"/>
    <p:sldId id="267" r:id="rId8"/>
    <p:sldId id="264" r:id="rId9"/>
    <p:sldId id="277" r:id="rId10"/>
    <p:sldId id="278" r:id="rId11"/>
    <p:sldId id="27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6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64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0:52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24575,'144'-2'0,"155"4"0,-105 17 0,-96-12 0,71 3 0,-134-10 0,-10 1 0,-1-2 0,1 0 0,46-10 0,22-2 0,-31 6 0,-8 1 0,1 3 0,79 5 0,-28 1 0,388-3 0,-318 18 0,-142-17 0,-1 1 0,45 8 0,-30-4 0,0-3 0,88-5 0,-36-1 0,-69 4 0,0 2 0,34 7 0,90 8 0,-122-15 0,1-2 0,34-2 0,44 2 0,-52 7 0,34 2 0,-58-9 0,0 3 0,39 8 0,-37-5 0,66 4 0,-90-11 0,215 13 0,-15 10 0,-146-15 0,-32-4 0,43 1 0,1307-5 0,-1359-2 0,-1-1 0,47-10 0,-45 6 0,0 3 0,37-3 0,112-11 0,-20 0 0,91 19-1365,-233-1-5461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44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24575,'-2'0'0,"-1"1"0,1-1 0,-1 1 0,1 0 0,0 0 0,-1 0 0,1 1 0,0-1 0,0 0 0,0 1 0,0 0 0,0-1 0,0 1 0,0 0 0,1 0 0,-1 0 0,0 0 0,1 0 0,0 0 0,0 0 0,-1 1 0,0 2 0,-23 60 0,21-53 0,-6 18 0,2-10 0,0 1 0,2 0 0,1 0 0,1 0 0,-3 30 0,7-49 5,1 0-1,-1 0 1,0 0 0,1 0-1,-1 0 1,1-1-1,0 1 1,0 0 0,-1 0-1,1 0 1,0-1 0,1 1-1,-1-1 1,0 1-1,0-1 1,1 1 0,-1-1-1,1 0 1,-1 1-1,1-1 1,-1 0 0,1 0-1,0 0 1,0 0-1,3 1 1,2 0-253,0 1 1,1-1-1,-1-1 1,1 1-1,10 0 1,-3-1-6579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44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1 24575,'-3'49'0,"-2"1"0,-3-1 0,-21 74 0,13-57 0,5-19 0,-6 63 0,9-57 70,-1 17-1505,9-55-5391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45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24575,'3'1'0,"0"1"0,0-1 0,0 1 0,0 0 0,0 0 0,-1 0 0,1 1 0,0-1 0,-1 0 0,3 5 0,7 4 0,4 1 0,2-1 0,30 15 0,-28-16 0,-1 0 0,24 18 0,-17-11-1365,-14-12-5461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46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18 24575,'0'0'0,"0"-1"0,1 0 0,-1 0 0,0 1 0,0-1 0,0 0 0,0 1 0,0-1 0,0 0 0,0 1 0,-1-1 0,1 0 0,0 0 0,0 1 0,0-1 0,-1 0 0,1 1 0,0-1 0,-1 1 0,1-1 0,-1 0 0,1 1 0,0-1 0,-1 1 0,1-1 0,-2 0 0,-11 12 0,-17 38 0,25-40 0,-95 150 0,70-113-26,19-29-309,0 0 1,-1-1-1,-25 27 0,27-34-6491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47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1 24575,'-1'21'0,"-2"0"0,0-1 0,-9 28 0,2-6 0,3-17 0,-1-1 0,-2-1 0,0 1 0,-1-2 0,-19 29 0,17-29 0,0 1 0,1 1 0,1 0 0,-10 35 0,24-65 0,0 0 0,1 0 0,0 0 0,0 0 0,9-8 0,2-5 0,35-53 0,104-136 0,-151 205 0,0-1 0,0 1 0,1 0 0,0 0 0,-1 0 0,1 0 0,0 1 0,0 0 0,0 0 0,1 0 0,-1 0 0,1 0 0,-1 1 0,1 0 0,6-1 0,-9 2 0,0 0 0,0 0 0,0 0 0,0 0 0,0 0 0,0 1 0,0-1 0,0 1 0,0-1 0,-1 1 0,1 0 0,0 0 0,0 0 0,0 0 0,-1 0 0,1 0 0,-1 0 0,1 1 0,-1-1 0,1 0 0,-1 1 0,0-1 0,1 1 0,-1 0 0,0-1 0,0 1 0,0 0 0,0 0 0,-1 0 0,1 0 0,0 0 0,-1 0 0,0-1 0,1 1 0,-1 0 0,0 0 0,0 3 0,2 11 0,-1 1 0,-1 0 0,0-1 0,-1 1 0,-1-1 0,-1 1 0,0-1 0,-1 0 0,-1 0 0,0 0 0,-1-1 0,-1 0 0,-14 24 0,19-37 0,1 0 0,0 0 0,0 0 0,0 0 0,0 0 0,0 0 0,1 0 0,-1 1 0,1-1 0,-1 0 0,1 0 0,0 1 0,-1-1 0,1 0 0,1 1 0,-1-1 0,0 0 0,0 0 0,1 1 0,0-1 0,-1 0 0,1 0 0,0 0 0,0 1 0,1 1 0,0-3 0,-1 0 0,1 1 0,-1-1 0,1-1 0,-1 1 0,1 0 0,0 0 0,-1-1 0,1 1 0,0 0 0,0-1 0,-1 0 0,1 1 0,0-1 0,0 0 0,0 0 0,-1 0 0,1 0 0,0 0 0,0-1 0,0 1 0,-1-1 0,1 1 0,0-1 0,0 1 0,-1-1 0,1 0 0,0 0 0,-1 0 0,1 0 0,-1 0 0,2-2 0,10-5-118,-3 3-90,-1-1 0,0 0 0,0-1 1,-1 0-1,9-9 0,-11 8-6618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0 201 24575,'4'-1'0,"-1"-1"0,0 0 0,0 0 0,1 0 0,-1 0 0,-1-1 0,1 1 0,0-1 0,-1 0 0,1 0 0,-1 0 0,0 0 0,0 0 0,0 0 0,2-6 0,9-10 0,-6 11 0,4-4 0,0-1 0,-1 0 0,0-1 0,-1 0 0,10-22 0,-19 35 0,0 0 0,1-1 0,-1 1 0,0 0 0,1 0 0,-1 0 0,0 0 0,1 0 0,0 0 0,-1 0 0,1 0 0,0 0 0,-1 0 0,1 0 0,0 0 0,0 0 0,0 0 0,-1 1 0,1-1 0,0 0 0,0 1 0,0-1 0,1 0 0,-1 1 0,0 0 0,0-1 0,0 1 0,0-1 0,0 1 0,0 0 0,1 0 0,0 0 0,0 1 0,-1 0 0,0 0 0,1 1 0,-1-1 0,0 1 0,0-1 0,0 1 0,0-1 0,0 1 0,0-1 0,-1 1 0,1 0 0,-1 0 0,1-1 0,-1 1 0,1 0 0,-1 0 0,0-1 0,0 1 0,0 3 0,1 39 0,-2-1 0,-8 47 0,-1 57 0,10-41-1365,0-91-5461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1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35 24575,'1'-1'0,"-1"0"0,0-1 0,0 1 0,0 0 0,0 0 0,-1-1 0,1 1 0,0 0 0,0-1 0,-1 1 0,1 0 0,-1 0 0,1 0 0,-1-1 0,1 1 0,-1 0 0,0 0 0,0 0 0,1 0 0,-1 0 0,0 0 0,0 0 0,0 1 0,0-1 0,0 0 0,0 0 0,0 1 0,-1-1 0,1 0 0,0 1 0,0-1 0,0 1 0,-1 0 0,1-1 0,0 1 0,0 0 0,-1 0 0,1 0 0,0 0 0,-1 0 0,1 0 0,0 0 0,0 0 0,-1 1 0,1-1 0,0 0 0,0 1 0,-1-1 0,-1 2 0,-2 0 0,-1 0 0,1 0 0,-1 0 0,1 1 0,0 0 0,0 1 0,0-1 0,0 1 0,-7 7 0,1 4 0,0 1 0,-15 33 0,-3 4 0,23-43 0,1 1 0,1-1 0,0 1 0,0 0 0,1 0 0,0 0 0,1 0 0,-1 22 0,4 100 0,1-64 0,-2-56 0,-1-4 0,1 1 0,1-1 0,-1 0 0,1 0 0,4 16 0,-4-24 0,-1 0 0,1 1 0,-1-1 0,1 1 0,0-1 0,0 0 0,0 0 0,-1 0 0,1 1 0,0-1 0,0 0 0,1 0 0,-1 0 0,0 0 0,0 0 0,0-1 0,1 1 0,-1 0 0,0-1 0,1 1 0,-1 0 0,0-1 0,1 0 0,-1 1 0,1-1 0,-1 0 0,1 0 0,-1 0 0,1 0 0,-1 0 0,1 0 0,-1 0 0,1 0 0,-1-1 0,0 1 0,1 0 0,-1-1 0,1 1 0,-1-1 0,0 0 0,1 1 0,-1-1 0,1-1 0,2 0 0,0-1 0,0 0 0,-1 0 0,1 0 0,-1 0 0,0 0 0,0-1 0,0 1 0,0-1 0,-1 0 0,0 0 0,1 0 0,-1 0 0,-1 0 0,3-5 0,-1-2 0,1 0 0,-1-1 0,-1 1 0,3-21 0,-6-39-1365,1 55-5461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2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546 479 24575,'-52'-17'0,"35"16"0,0 1 0,1 1 0,-1 0 0,0 1 0,1 0 0,-1 2 0,1 0 0,-27 10 0,2 4 0,1 0 0,-41 28 0,72-40 0,0 1 0,0 1 0,0 0 0,1 0 0,1 0 0,0 1 0,0 0 0,0 1 0,-6 12 0,-42 95 0,52-111 0,0 0 0,1 1 0,0-1 0,1 0 0,-1 1 0,1 0 0,0-1 0,1 1 0,0 0 0,0-1 0,1 11 0,0-14 0,0 0 0,0 0 0,0-1 0,0 1 0,0-1 0,1 1 0,-1-1 0,1 0 0,-1 1 0,1-1 0,0 0 0,0 0 0,0 0 0,0 0 0,1-1 0,-1 1 0,0-1 0,1 1 0,-1-1 0,1 0 0,-1 1 0,1-2 0,0 1 0,-1 0 0,1 0 0,0-1 0,0 1 0,-1-1 0,5 0 0,6 1 0,0 0 0,-1-1 0,1 0 0,0-1 0,0-1 0,-1 0 0,1 0 0,-1-1 0,0-1 0,0 0 0,0-1 0,0 0 0,-1-1 0,1 0 0,-2-1 0,1 0 0,16-15 0,34-30 0,-3-2 0,73-86 0,-109 109 0,-1-1 0,23-47 0,-16 25 0,-15 30 0,-2-1 0,0-1 0,-2 0 0,-1 0 0,-1-1 0,-1 0 0,-1 0 0,-2-1 0,-1 1 0,-2-43 0,0 67 0,0 0 0,0 1 0,0-1 0,0 0 0,0 0 0,1 1 0,-1-1 0,1 0 0,-1 1 0,1-1 0,0 1 0,0-1 0,0 1 0,1-1 0,-1 1 0,0 0 0,1-1 0,0 1 0,-1 0 0,1 0 0,0 0 0,0 0 0,0 1 0,0-1 0,1 0 0,-1 1 0,0 0 0,1-1 0,-1 1 0,1 0 0,-1 0 0,1 0 0,0 1 0,-1-1 0,1 1 0,0-1 0,-1 1 0,1 0 0,0 0 0,0 0 0,-1 0 0,1 1 0,0-1 0,-1 1 0,1 0 0,-1-1 0,1 1 0,0 0 0,-1 1 0,0-1 0,1 0 0,3 3 0,-4-2 4,0 0 1,0 0-1,0 0 0,0 0 0,0 0 0,0 0 0,-1 0 0,1 1 0,-1-1 1,1 1-1,-1-1 0,0 1 0,0-1 0,0 1 0,-1 0 0,1 0 0,-1-1 1,1 1-1,-1 0 0,0 0 0,0-1 0,0 1 0,0 0 0,0 0 0,-1 0 1,0-1-1,1 1 0,-3 5 0,0-1-153,0 1 1,0-1-1,0 0 1,-1 0-1,0-1 1,-1 1-1,1-1 1,-1 0-1,-7 7 1,3-5-6678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3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159 229 24575,'-2'-6'0,"0"-1"0,-1 1 0,1-1 0,-1 1 0,-1 0 0,1 0 0,-5-6 0,0-2 0,-53-103 0,58 114-97,1 0-1,-1-1 1,0 1-1,0 0 1,0 0-1,0 1 1,-1-1-1,1 1 1,-1-1-1,0 1 1,0 0-1,1 1 0,-6-3 1,-3 1-6729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6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1 322 24575,'2'0'0,"0"1"0,0-1 0,0 1 0,0 0 0,0 0 0,0-1 0,0 1 0,-1 0 0,1 1 0,0-1 0,0 0 0,-1 0 0,1 1 0,-1-1 0,0 1 0,3 2 0,22 33 0,-17-24 0,3 4 0,-2-3 0,0 1 0,2-1 0,-1-1 0,26 22 0,-19-21 0,0 0 0,0-2 0,1 0 0,0-1 0,1-1 0,1-1 0,-1-1 0,1-1 0,1 0 0,-1-2 0,1 0 0,36 2 0,64 1 0,145 3 0,-152-9 0,-41 1 0,105-11 0,-136 1 0,0-2 0,0-2 0,69-28 0,118-65 0,-123 53 0,92-62 0,-102 54 0,81-66 0,-96 63 0,-76 57-195,0 0 0,-1 0 0,1-1 0,-1 1 0,-1-1 0,6-8 0,-4 4-6631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7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24575,'2'15'0,"1"0"0,0 0 0,1-1 0,0 1 0,2-1 0,-1 0 0,2 0 0,0-1 0,0 0 0,11 14 0,-6-7 0,-4-8 0,1-1 0,0 1 0,1-2 0,0 1 0,0-2 0,1 1 0,1-1 0,-1-1 0,1 0 0,18 8 0,19 8 0,72 23 0,-77-31 0,34 11 0,156 31 0,86-13 0,-236-37 0,0-5 0,138-10 0,-177 2 0,-1-1 0,1-3 0,-1-1 0,-1-2 0,0-3 0,0-1 0,-2-1 0,0-3 0,67-44 0,-84 45-273,-1-1 0,0-1 0,-2-1 0,30-39 0,-45 53-6553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7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24575,'1'14'0,"1"1"0,0-1 0,1 0 0,0-1 0,1 1 0,1 0 0,0-1 0,1 0 0,0 0 0,1-1 0,0 0 0,1 0 0,1-1 0,0 0 0,14 15 0,-2-6 0,0-1 0,1-1 0,1-1 0,0 0 0,2-2 0,44 21 0,-38-24 0,0-1 0,0-1 0,1-2 0,1-1 0,52 4 0,-6-7 0,94-7 0,-115-2 0,1-3 0,-1-2 0,84-26 0,162-73 0,-208 71 0,382-162 0,-294 129 0,-124 50 0,-3 4-1365,-42 12-5461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58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24575,'1'23'0,"1"0"0,1 0 0,1 0 0,1 0 0,1 0 0,12 29 0,67 127 0,-63-135 0,-7-18 0,1 0 0,1-1 0,1-1 0,1-1 0,1-1 0,1 0 0,43 33 0,-34-32 0,1-2 0,1-1 0,1-1 0,0-2 0,65 23 0,-63-32 0,0-2 0,0-1 0,0-1 0,0-2 0,1-2 0,41-4 0,17 1 0,-58 1 0,-1-1 0,0-1 0,0-3 0,0 0 0,-1-2 0,38-16 0,-18 3 0,-1-3 0,96-60 0,-129 73-136,-1-2-1,0 0 1,0-1-1,-2 0 1,0-2-1,-1 0 1,0-1-1,-2 0 0,15-25 1,-21 28-6690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10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752 1 24575,'0'8'0,"1"4"0,0-1 0,-1 1 0,-1-1 0,0 1 0,0-1 0,-1 1 0,-1-1 0,0 0 0,0 0 0,-1 0 0,-1 0 0,-8 16 0,4-12 0,2 0 0,0 0 0,0 1 0,-5 24 0,8-26 0,-1 0 0,0 0 0,0 0 0,-2-1 0,0 1 0,-12 17 0,-46 66 0,50-70 0,-3-1 0,0-1 0,-34 37 0,-62 63 0,87-97 0,0 1 0,-28 42 0,-13-9 0,-2 17 79,48-57-560,2 1-1,-26 37 1,39-50-6345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12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0 308 24575,'5'-1'0,"0"-1"0,0 0 0,0 0 0,0 0 0,-1 0 0,1-1 0,-1 0 0,0 0 0,0 0 0,0 0 0,0-1 0,4-4 0,25-18 0,-16 15 0,-1 0 0,24-21 0,29-20 0,-60 46 0,-1 0 0,0-1 0,0 0 0,9-12 0,12-9 0,-9 5 0,-16 18 0,1 0 0,-1 0 0,1 0 0,0 1 0,0 0 0,10-7 0,-14 11 0,0-1 0,0 1 0,1-1 0,-1 1 0,0 0 0,1 0 0,-1 0 0,0 0 0,1 0 0,-1 0 0,0 0 0,1 0 0,-1 1 0,0-1 0,0 0 0,1 1 0,-1-1 0,0 1 0,0-1 0,0 1 0,1 0 0,-1-1 0,0 1 0,0 0 0,0 0 0,0 0 0,0 0 0,0 0 0,-1 0 0,1 0 0,0 0 0,0 0 0,-1 0 0,1 0 0,-1 1 0,1-1 0,-1 0 0,1 0 0,-1 3 0,80 165 0,-64-139 0,27 36 0,-20-31 0,-2 15-1365,-16-40-5461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16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192 103 24575,'-2'0'0,"0"0"0,0-1 0,0 1 0,0-1 0,0 0 0,0 0 0,0 0 0,0 0 0,1 0 0,-1 0 0,0 0 0,0 0 0,-2-3 0,3 2 0,-1 1 0,0-1 0,1 1 0,-1-1 0,0 1 0,0 0 0,0 0 0,0 0 0,0 0 0,-1 0 0,1 1 0,0-1 0,0 0 0,-1 1 0,1 0 0,-4-1 0,1 3 0,0-1 0,0 1 0,0-1 0,1 2 0,-1-1 0,0 0 0,1 1 0,0 0 0,0 0 0,-1 0 0,2 0 0,-1 1 0,0 0 0,1 0 0,0 0 0,0 0 0,0 0 0,0 0 0,-3 8 0,-1 2 0,0 0 0,1 1 0,0 0 0,1 0 0,-3 17 0,7-24 0,0-1 0,1 1 0,0 0 0,0-1 0,1 1 0,0 0 0,0-1 0,1 1 0,-1-1 0,2 1 0,-1-1 0,1 0 0,0 0 0,1 0 0,0 0 0,8 11 0,-10-14 0,1-1 0,0 0 0,0 1 0,0-1 0,1 0 0,-1-1 0,1 1 0,-1-1 0,1 1 0,0-1 0,0 0 0,0 0 0,0-1 0,1 1 0,-1-1 0,0 0 0,0 0 0,1 0 0,-1-1 0,1 0 0,-1 0 0,1 0 0,-1 0 0,0 0 0,1-1 0,-1 0 0,0 0 0,1 0 0,-1-1 0,7-2 0,-5 1 0,0-1 0,-1 1 0,1-1 0,-1 0 0,0 0 0,0 0 0,0-1 0,0 0 0,-1 0 0,1 0 0,-2 0 0,1-1 0,0 1 0,-1-1 0,0 0 0,0 0 0,-1 0 0,0-1 0,3-11 0,-1-8 0,-1-1 0,0 1 0,-4-47 0,2-12 0,0 80 0,0-1 0,0 1 0,1-1 0,-1 1 0,1 0 0,0 0 0,1 0 0,-1 0 0,1 0 0,5-8 0,-7 13 0,-1 0 0,0 0 0,0 0 0,0-1 0,0 1 0,0 0 0,0 0 0,0 0 0,0 0 0,0 0 0,1 0 0,-1 0 0,0 0 0,0 0 0,0 0 0,0 0 0,0 0 0,0 0 0,1 0 0,-1 0 0,0 0 0,0 0 0,0 0 0,0 0 0,0 0 0,0 0 0,1 0 0,-1 0 0,0 0 0,0 0 0,0 0 0,0 0 0,0 0 0,0 0 0,0 0 0,1 0 0,-1 0 0,0 0 0,0 0 0,0 0 0,0 1 0,0-1 0,0 0 0,0 0 0,0 0 0,0 0 0,1 0 0,-1 0 0,0 0 0,0 1 0,0-1 0,0 0 0,0 0 0,0 0 0,0 0 0,0 0 0,0 1 0,3 12 0,-1 15 0,-4 65 0,3 84 0,-1-174-37,0 0 0,0 0 1,0 0-1,0 0 0,1 0 0,-1 0 0,1-1 0,0 1 0,0 0 0,0 0 0,0-1 0,0 1 1,0-1-1,1 1 0,0-1 0,-1 1 0,1-1 0,0 0 0,0 0 0,0 0 0,0 0 0,1 0 1,-1 0-1,0-1 0,1 1 0,-1-1 0,1 0 0,0 1 0,-1-1 0,1 0 0,0-1 0,0 1 1,0 0-1,-1-1 0,1 0 0,5 1 0,6-1-6789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16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24575,'0'8'0,"1"14"0,-2 0 0,0-1 0,-1 0 0,-1 1 0,-12 40 0,-2 5 0,17-64 0,-1 1 0,1-1 0,-1 0 0,1 0 0,0 1 0,0-1 0,0 0 0,1 1 0,-1-1 0,1 0 0,0 0 0,0 0 0,0 1 0,0-1 0,0 0 0,1 0 0,-1-1 0,3 4 0,-3-5 0,1-1 0,-1 1 0,0-1 0,1 1 0,-1-1 0,1 0 0,-1 1 0,1-1 0,-1 0 0,1 0 0,-1 0 0,1 0 0,-1-1 0,0 1 0,1 0 0,-1-1 0,1 1 0,-1 0 0,1-1 0,-1 0 0,0 1 0,1-1 0,-1 0 0,0 0 0,0 0 0,0 1 0,0-1 0,1 0 0,-1-1 0,-1 1 0,3-2 0,32-38 0,-21 22 0,-1-1 0,-1 0 0,-1-1 0,-1 0 0,-1-1 0,7-25 0,-15 45 0,-1-3 0,1 0 0,0 0 0,1-1 0,-1 1 0,1 1 0,0-1 0,0 0 0,5-7 0,-5 10 0,0 1 0,1-1 0,-1 0 0,0 1 0,1 0 0,-1-1 0,1 1 0,-1 0 0,1 0 0,0 1 0,0-1 0,-1 0 0,1 1 0,0 0 0,0 0 0,-1-1 0,1 2 0,4-1 0,10 0-1365,-1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17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24575,'-3'26'0,"-1"0"0,-1 0 0,-1-1 0,-17 47 0,16-53 0,-9 20 0,12-31 0,0 1 0,1-1 0,0 1 0,0-1 0,1 1 0,-3 18 0,5-27 0,0 0 0,0 0 0,0 0 0,0 1 0,0-1 0,0 0 0,0 0 0,0 0 0,0 0 0,0 0 0,0 0 0,0 1 0,0-1 0,0 0 0,0 0 0,0 0 0,0 0 0,0 0 0,0 0 0,0 1 0,0-1 0,0 0 0,0 0 0,0 0 0,0 0 0,0 0 0,0 0 0,0 0 0,0 0 0,1 1 0,-1-1 0,0 0 0,0 0 0,0 0 0,0 0 0,0 0 0,0 0 0,0 0 0,1 0 0,-1 0 0,0 0 0,0 0 0,0 0 0,0 0 0,0 0 0,0 0 0,0 0 0,1 0 0,-1 0 0,0 0 0,0 0 0,0 0 0,0 0 0,0 0 0,0 0 0,1 0 0,-1 0 0,0 0 0,0 0 0,10-9 0,11-17 0,-19 23 0,42-61 0,24-29 0,-63 89 0,-1 0 0,1 0 0,0 1 0,0-1 0,1 1 0,-1 0 0,1 0 0,-1 1 0,1 0 0,8-2 0,-7 2 0,0-1 0,0 0 0,0 0 0,0 0 0,-1 0 0,12-10 0,13-18-1365,-24 21-5461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23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28 24575,'0'-2'0,"0"1"0,-1 0 0,1-1 0,-1 1 0,1 0 0,-1 0 0,0 0 0,1 0 0,-1-1 0,0 1 0,0 0 0,0 0 0,0 0 0,0 0 0,0 1 0,0-1 0,0 0 0,0 0 0,0 1 0,0-1 0,0 0 0,-1 1 0,1-1 0,0 1 0,-1 0 0,1-1 0,0 1 0,-1 0 0,1 0 0,-2 0 0,-2-1 0,0 0 0,0 1 0,0 0 0,0 0 0,0 0 0,-9 2 0,4 3 0,0 0 0,0 1 0,1 0 0,-1 1 0,2 0 0,-1 0 0,1 1 0,0 0 0,0 0 0,-10 16 0,-18 16 0,31-34 0,0 0 0,0 0 0,0 0 0,1 1 0,0 0 0,1 0 0,-1 0 0,1 0 0,1 1 0,-1-1 0,1 1 0,1 0 0,-1-1 0,0 16 0,2-18 0,0 0 0,0 0 0,0 0 0,1 0 0,0 0 0,0 0 0,0 0 0,0 0 0,1 0 0,0 0 0,0 0 0,0-1 0,1 1 0,-1-1 0,1 0 0,0 0 0,0 0 0,1 0 0,-1 0 0,1-1 0,0 1 0,0-1 0,7 4 0,2 0 0,1-1 0,-1 0 0,1-1 0,0-1 0,28 5 0,-34-8 0,1 0 0,0 0 0,0 0 0,0-1 0,0-1 0,0 0 0,0 0 0,0 0 0,0-1 0,15-6 0,-12 0 0,-1 0 0,-1-1 0,1 0 0,-2-1 0,1 0 0,-1-1 0,-1 1 0,0-2 0,0 1 0,-1-1 0,-1 0 0,9-24 0,-13 28-47,0-1 0,-1 1 0,0 0 0,0-1 0,-1 1 0,0 0 0,-1-1 0,0 1 0,0 0-1,0 0 1,-1 0 0,-1-1 0,1 2 0,-1-1 0,-1 0 0,0 1 0,0-1 0,0 1 0,-1 0 0,1 0 0,-2 1 0,1 0-1,-1 0 1,0 0 0,0 0 0,-1 1 0,0 0 0,-7-4 0,3 4-6779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37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66 24575,'0'-3'0,"-1"0"0,1-1 0,-1 1 0,0 0 0,0 0 0,0 0 0,0 0 0,-1 0 0,1 1 0,-1-1 0,1 0 0,-1 0 0,0 1 0,0 0 0,-1-1 0,1 1 0,0 0 0,-1 0 0,1 0 0,-4-2 0,5 3 0,-1 0 0,1 0 0,-1 0 0,1 1 0,-1-1 0,0 0 0,1 1 0,-1-1 0,0 1 0,1 0 0,-1-1 0,0 1 0,0 0 0,1 0 0,-1 0 0,0 0 0,0 0 0,1 1 0,-1-1 0,0 1 0,1-1 0,-1 1 0,0-1 0,1 1 0,-1 0 0,1 0 0,-1 0 0,1 0 0,0 0 0,-1 0 0,1 0 0,0 0 0,-1 0 0,1 1 0,0-1 0,0 0 0,-1 3 0,-3 5 0,1-1 0,0 1 0,0 0 0,1 0 0,0 1 0,1-1 0,0 0 0,0 1 0,1 0 0,0-1 0,1 1 0,0 0 0,0-1 0,3 11 0,-3-15 0,1-1 0,0 1 0,0-1 0,1 0 0,0 1 0,-1-1 0,1 0 0,0 0 0,1 0 0,-1 0 0,1-1 0,0 1 0,0-1 0,0 0 0,0 1 0,1-1 0,-1-1 0,1 1 0,0 0 0,-1-1 0,1 0 0,0 0 0,1 0 0,-1 0 0,0-1 0,0 0 0,1 1 0,-1-2 0,1 1 0,-1 0 0,8-1 0,-4 0 0,0 0 0,-1 0 0,1-1 0,0 0 0,0 0 0,-1-1 0,1 0 0,-1 0 0,1-1 0,-1 0 0,0 0 0,13-8 0,-17 9 0,-1 0 0,1-1 0,-1 1 0,0-1 0,1 0 0,-1 1 0,-1-1 0,1 0 0,0 0 0,0 0 0,-1 0 0,0-1 0,0 1 0,0 0 0,0-1 0,0 1 0,-1 0 0,1-1 0,-1 1 0,0-1 0,0 1 0,0-1 0,-1 1 0,1 0 0,-1-1 0,0 1 0,0-1 0,0 1 0,0 0 0,0 0 0,-2-3 0,-4-9-227,-1 1-1,0 1 1,-1 0-1,0 0 1,-15-16-1,17 20-6598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38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24575,'0'3'0,"0"4"0,3 1 0,4-1 0,4-2 0,2-2 0,4 0 0,0-2 0,1-1 0,0 0 0,1-1 0,-1 1 0,0 0 0,-3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38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24575,'0'3'0,"0"4"0,0 4 0,0 3 0,0 2 0,0 1 0,0 1 0,0 1 0,0-1 0,0 0 0,0 0 0,0 0 0,0-3-8191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39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24575,'-3'32'0,"-1"0"0,-1-1 0,-1 0 0,-13 34 0,0 6 0,19-70 2,0 0 0,0 0 0,0-1-1,0 1 1,0 0 0,0 0 0,0-1 0,0 1-1,0 0 1,0 0 0,0 0 0,0-1 0,1 1-1,-1 0 1,0 0 0,1-1 0,-1 1-1,0 0 1,1-1 0,-1 1 0,1 0 0,-1-1-1,1 1 1,-1-1 0,1 1 0,0-1 0,-1 1-1,1-1 1,0 1 0,-1-1 0,1 0-1,0 1 1,-1-1 0,1 0 0,0 1 0,0-1-1,-1 0 1,1 0 0,0 0 0,0 0 0,1 0-1,39 0-552,-31-1-338,6 1-5937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4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24575,'0'23'0,"-2"-1"0,0 1 0,-2-1 0,0 0 0,-12 33 0,8-22 61,-7 58 0,2-11-1548,10-65-5339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41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24575,'3'0'0,"4"0"0,4 0 0,2 0 0,4 0 0,0 0 0,1 0 0,1 0 0,-1 0 0,-3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43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1309 24575,'15'-2'0,"0"-1"0,-1 0 0,1-1 0,-1-1 0,1 0 0,19-11 0,5 0 0,0 1 0,-1-2 0,-1-2 0,-1-1 0,0-2 0,-1-1 0,41-37 0,142-113 0,-157 125 0,78-70 0,-113 90 0,-1-2 0,40-62 0,-42 57 0,1 1 0,36-38 0,-27 39 0,5-5 0,52-66 0,-63 70 0,-18 23 0,0-1 0,-1 1 0,9-16 0,-11 17 0,0 0 0,1 0 0,1 1 0,-1 0 0,17-14 0,21-26 0,-45 48 0,1 1 0,0-1 0,-1 0 0,1 1 0,-1-1 0,1 0 0,-1 0 0,1 1 0,-1-1 0,0 0 0,1 0 0,-1 0 0,0 0 0,0 1 0,0-1 0,1 0 0,-1 0 0,0 0 0,0 0 0,0 0 0,0 0 0,-1 1 0,1-1 0,0 0 0,0 0 0,0 0 0,-1 0 0,1 1 0,0-1 0,-2-1 0,1 0 0,-1 1 0,1 0 0,-1 0 0,0 0 0,0 0 0,0 0 0,1 0 0,-1 0 0,0 1 0,0-1 0,0 1 0,-4-1 0,-11-1 0,1 1 0,-28 2 0,35-1 0,-12 2 0,-1 0 0,1 2 0,-1 0 0,-35 12 0,-81 39 0,94-35 0,42-20 0,1 1 0,-1-1 0,1 1 0,0-1 0,0 1 0,-1 0 0,1-1 0,0 1 0,0 0 0,0 0 0,0 0 0,0 0 0,0 0 0,0 0 0,0 0 0,0 0 0,0 1 0,1-1 0,-2 2 0,2-2 0,0 0 0,0-1 0,0 1 0,0 0 0,1 0 0,-1 0 0,0 0 0,0 0 0,0-1 0,1 1 0,-1 0 0,1 0 0,-1 0 0,0-1 0,1 1 0,-1 0 0,1-1 0,0 1 0,-1 0 0,1-1 0,-1 1 0,2 0 0,2 2 0,0 0 0,0-1 0,0 0 0,0 0 0,0 0 0,0 0 0,0-1 0,1 1 0,-1-1 0,7 0 0,7 1 0,1-2 0,-1-1 0,0 0 0,1-1 0,-1-1 0,0-1 0,-1 0 0,1-2 0,-1 0 0,0 0 0,0-2 0,0 0 0,22-16 0,-34 21 0,0 0 0,0 0 0,0-1 0,0 1 0,-1-1 0,1 0 0,-1-1 0,0 1 0,0-1 0,-1 0 0,1 1 0,4-11 0,-4 10 0,0 1 0,0 0 0,1 0 0,0 0 0,-1 0 0,1 1 0,1 0 0,-1 0 0,0 0 0,1 1 0,-1 0 0,1 0 0,9-2 0,-10 8 0,-1-1 0,0 1 0,0 0 0,0 1 0,0-1 0,-1 1 0,1 0 0,-1 0 0,-1 0 0,1 0 0,3 9 0,-2 3 0,-1 1 0,0 0 0,-1 0 0,-1 0 0,-1 0 0,0 0 0,-3 19 0,0 25 0,3-28-1365,0-19-5461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49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1294 24575,'0'2'0,"1"1"0,-1 0 0,1 0 0,-1-1 0,1 1 0,0 0 0,0-1 0,0 1 0,1-1 0,-1 1 0,0-1 0,1 0 0,0 1 0,0-1 0,-1 0 0,1 0 0,0 0 0,1 0 0,-1-1 0,0 1 0,0-1 0,1 1 0,-1-1 0,1 0 0,-1 1 0,4-1 0,3 3 0,0-2 0,0 1 0,0-1 0,0 0 0,0-1 0,14 0 0,207 15 0,-18 2 0,-35 0 0,17-1 0,-128-17 0,115 13 0,-119-7 0,0-3 0,73-5 0,-23-1 0,329 3 0,-411-2 0,0-1 0,51-13 0,-70 13 0,1-1 0,-1 0 0,0-1 0,0 0 0,-1 0 0,1-1 0,-1 0 0,0-1 0,-1-1 0,0 1 0,16-17 0,-14 10 0,0 1 0,0-1 0,-2-1 0,0 0 0,0 0 0,-2-1 0,9-24 0,-9 21 0,-2 0 0,-1 0 0,4-30 0,-2-1 0,-1 12 0,1-51 0,-6 75 0,0-27 0,-1 1 0,-2-1 0,-2 1 0,-11-49 0,9 61 0,-2 0 0,-1 0 0,-1 1 0,-1 0 0,-1 1 0,-20-29 0,-36-47 0,37 66 0,-1 1 0,-60-46 0,73 68 0,-2 0 0,0 2 0,0 0 0,-1 1 0,-38-10 0,23 7 0,-37-12 0,-1 3 0,-102-15 0,120 31 0,-1 3 0,-69 6 0,20 0 0,73-1 0,-1 3 0,0 1 0,1 1 0,1 2 0,-56 22 0,-49 13 0,89-29 0,1 3 0,-78 39 0,64-28 0,29-15 0,1 2 0,0 1 0,2 2 0,0 0 0,-31 27 0,35-21 0,-1-1 0,1 1 0,1 2 0,2 0 0,-24 34 0,3 31 0,28-57 0,-32 63 0,38-63 0,1 1 0,2 0 0,1 1 0,2 0 0,1 0 0,2 0 0,2 0 0,6 50 0,-5-80 11,1 1 0,0-1 0,0 0-1,1 0 1,0 0 0,0-1 0,1 1 0,0-1-1,0 0 1,0 0 0,7 8 0,-4-6-310,0 1 0,-1 0 0,0 1 0,5 12 0,-6-10-6527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59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23755,'0'17'0,"35"-17"0,-35-17 0,-35 17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10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24158,'-124'688'0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2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1 158 24575,'778'0'0,"-602"18"0,917-18 0,-971 9 0,5 0 0,-71-11 0,-24 1 0,0 0 0,0 2 0,0 2 0,36 7 0,-44-6 0,1 0 0,0-2 0,31-1 0,-25-1 0,45 6 0,-7 2 0,-1-4 0,99-6 0,-44-1 0,-38 3 0,2-2 0,127 15 0,-122-5 0,168-6 0,-118-5 0,2053 3 0,-1918 18 0,1538-18 0,-1602-18 0,1567 18 0,-1542 18 0,-219-18 0,23 1 0,0-3 0,0-1 0,70-14 0,9-13 0,233-26 0,-211 40 0,-70 6 0,73 1 0,-76 5 0,0-3 0,78-17 0,-23 2 0,-78 14 0,75-25 0,-21 11-1365,-88 20-5461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3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24575,'0'3'0,"0"4"0,0 4 0,0 3 0,0 2 0,0 2 0,0 0 0,0 0 0,0 0 0,0 1 0,0-1 0,0 0 0,0 0 0,0-1 0,0-2-8191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3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24575,'1'0'0,"0"0"0,0 1 0,0 0 0,-1-1 0,1 1 0,0-1 0,0 1 0,0 0 0,0 0 0,-1-1 0,1 1 0,0 0 0,-1 0 0,1 0 0,-1 0 0,1 0 0,-1 0 0,1 0 0,-1 0 0,0 0 0,1 0 0,-1 0 0,0 0 0,0 0 0,0 0 0,0 0 0,0 2 0,3 36 0,-3-35 0,0 116 0,1-129 0,0 0 0,1 1 0,0-1 0,0 1 0,1 0 0,0-1 0,1 1 0,0 1 0,0-1 0,1 0 0,-1 1 0,2 0 0,7-9 0,-7 10 0,-1 0 0,1 0 0,0 0 0,1 1 0,-1 0 0,1 0 0,0 1 0,0 0 0,0 0 0,1 1 0,0-1 0,-1 2 0,1-1 0,0 1 0,11-1 0,-14 2 0,1 0 0,-1 1 0,0 0 0,1 0 0,-1 1 0,1-1 0,-1 1 0,0 1 0,1-1 0,8 4 0,-12-3 0,0-1 0,0 1 0,0-1 0,-1 1 0,1 0 0,0 0 0,-1 0 0,0 0 0,1 0 0,-1 0 0,0 0 0,0 0 0,0 0 0,0 1 0,-1-1 0,1 0 0,0 1 0,-1-1 0,0 1 0,0-1 0,0 1 0,0-1 0,0 0 0,0 1 0,0-1 0,-1 4 0,-15 51 0,13-50 0,0 0 0,1 0 0,0 1 0,0-1 0,1 0 0,0 1 0,0-1 0,0 1 0,2 9 0,3-6-1365,2-3-5461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5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 24575,'-1'12'0,"0"0"0,-1-1 0,0 1 0,-1 0 0,-1-1 0,-8 19 0,-35 65 0,44-89 0,-19 32 0,2 1 0,2 1 0,-18 55 0,35-92 0,0 0 0,0 0 0,0 0 0,1 0 0,-1 1 0,1-1 0,0 0 0,0 1 0,0-1 0,0 0 0,0 0 0,1 1 0,0-1 0,0 0 0,-1 0 0,2 0 0,2 6 0,-2-7 0,0 0 0,0 0 0,1 0 0,-1 0 0,0-1 0,1 1 0,0-1 0,-1 1 0,1-1 0,0 0 0,0 0 0,0 0 0,0-1 0,0 1 0,0-1 0,0 0 0,0 1 0,0-1 0,5-1 0,28 0-1365,-20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5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24575,'0'-1'0,"1"0"0,-1 0 0,1 0 0,0 0 0,-1 0 0,1 0 0,0 0 0,-1 1 0,1-1 0,0 0 0,0 0 0,0 1 0,0-1 0,0 1 0,0-1 0,-1 1 0,1-1 0,0 1 0,1 0 0,-1-1 0,0 1 0,0 0 0,0 0 0,0-1 0,0 1 0,0 0 0,1 1 0,37-4 0,-35 3 0,265 0-1365,-254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75 24575,'0'-4'0,"1"1"0,-2-1 0,1 1 0,0-1 0,-1 1 0,0-1 0,0 1 0,0-1 0,0 1 0,0-1 0,-1 1 0,1 0 0,-1 0 0,0 0 0,0 0 0,0 0 0,-1 0 0,1 1 0,0-1 0,-1 1 0,0-1 0,-3-1 0,5 4 0,0 0 0,0 0 0,1 0 0,-1 1 0,0-1 0,0 0 0,0 1 0,1-1 0,-1 0 0,0 1 0,0-1 0,1 1 0,-1 0 0,0-1 0,1 1 0,-1-1 0,1 1 0,-1 0 0,1-1 0,-1 1 0,1 0 0,0 0 0,-1-1 0,1 1 0,0 0 0,-1 0 0,1 0 0,0 0 0,0-1 0,0 1 0,0 0 0,0 0 0,0 0 0,0 0 0,0-1 0,0 1 0,0 1 0,-1 41 0,1-40 0,2 43 0,0-20 0,-2 0 0,-3 39 0,3-59 0,-1 0 0,0-1 0,0 1 0,-1 0 0,0-1 0,0 0 0,0 1 0,0-1 0,-1 0 0,0 0 0,0 0 0,0 0 0,-1-1 0,0 1 0,1-1 0,-9 7 0,7-8-47,-1-1 0,1 0 0,-1 0 0,0 0 0,1-1 0,-1 0 1,0 0-1,0 0 0,0-1 0,1 0 0,-1 0 0,-8-1 0,4 0-708,-5 1-6071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8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 24575,'-1'11'0,"-1"0"0,0 0 0,-1-1 0,0 1 0,-1-1 0,0 1 0,-11 18 0,-10 26 0,6-10 0,-6 19 0,23-60 0,1 0 0,0 0 0,1 1 0,-1-1 0,1 0 0,0 1 0,0-1 0,0 0 0,1 1 0,-1-1 0,1 0 0,2 8 0,-2-10 5,0-1-1,0 1 0,0 0 0,0-1 1,1 1-1,-1-1 0,0 0 0,1 1 1,-1-1-1,1 0 0,-1 0 1,1 0-1,-1 0 0,1 0 0,0 0 1,0 0-1,-1-1 0,1 1 0,0-1 1,0 1-1,0-1 0,0 1 1,-1-1-1,1 0 0,0 0 0,0 0 1,3-1-1,-2 1-87,0 0 1,0-1-1,0 1 1,-1-1-1,1 0 1,0 0-1,-1 0 1,1 0-1,0 0 1,-1 0-1,1-1 1,-1 1-1,0-1 1,0 0-1,1 0 1,-1 0-1,3-4 1,1-4-6744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9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24575,'104'2'0,"111"-4"0,-198-1-1365,-2-1-5461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19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16 24575,'-2'4'0,"0"0"0,0 0 0,0 0 0,0 0 0,-1 0 0,0 0 0,-4 4 0,-3 5 0,-22 57 0,28-59 0,0 0 0,0 0 0,-1 0 0,-1-1 0,0 0 0,0 0 0,-13 14 0,12-15 0,8-7 0,18-11 0,28-23 0,55-59 0,21-16 0,-122 106 2,-1 1 0,1-1-1,0 1 1,0-1 0,0 1 0,0-1-1,0 1 1,0 0 0,0 0-1,0 0 1,0-1 0,0 1 0,0 0-1,0 0 1,0 0 0,0 0-1,0 1 1,0-1 0,0 0 0,0 0-1,0 0 1,0 1 0,0-1-1,0 1 1,0-1 0,0 1-1,0-1 1,0 1 0,-1-1 0,1 1-1,0 0 1,0-1 0,-1 1-1,1 0 1,0 0 0,-1 0 0,2 1-1,14 11-1431,-5-8-5396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22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70 24575,'0'-3'0,"-1"0"0,0-1 0,0 1 0,0 0 0,0-1 0,0 1 0,-1 0 0,1 0 0,-1 0 0,0 0 0,0 1 0,0-1 0,0 0 0,-1 1 0,-3-4 0,5 5 0,0-1 0,0 1 0,-1 0 0,1 0 0,-1 0 0,1 0 0,-1 0 0,0 0 0,1 0 0,-1 0 0,0 1 0,1-1 0,-1 0 0,0 1 0,0 0 0,0-1 0,1 1 0,-1 0 0,0 0 0,0 0 0,0 0 0,0 0 0,1 0 0,-1 1 0,0-1 0,0 1 0,0-1 0,-3 3 0,0 0 0,0 2 0,1-1 0,-1 0 0,1 1 0,0 0 0,0 0 0,0 0 0,1 1 0,0-1 0,0 1 0,0 0 0,1 0 0,-1 0 0,1 0 0,1 0 0,-1 0 0,0 10 0,2-12 0,-1 0 0,1 0 0,0 0 0,0 0 0,0 0 0,1 0 0,0 0 0,0 0 0,0 0 0,0 0 0,0 0 0,1-1 0,-1 1 0,1 0 0,0-1 0,0 1 0,1-1 0,-1 0 0,1 0 0,-1 0 0,1 0 0,0 0 0,0 0 0,0-1 0,1 1 0,-1-1 0,7 3 0,-1-1 0,8 4 0,0-1 0,35 9 0,-48-15 0,-1 0 0,1 0 0,0 0 0,0-1 0,0 0 0,0 0 0,0 0 0,0 0 0,0-1 0,0 1 0,0-1 0,0 0 0,0 0 0,-1 0 0,1-1 0,0 0 0,-1 1 0,1-1 0,-1 0 0,4-3 0,-4 1 0,-1 0 0,0 1 0,1-1 0,-1 0 0,-1 0 0,1-1 0,-1 1 0,1 0 0,-1 0 0,-1-1 0,1 1 0,0-1 0,-1 1 0,0 0 0,0-1 0,-1-4 0,0-5 0,0-1 0,-1 0 0,-7-22 0,7 32 12,0 0 0,0 0 0,-1 0 0,0 0 0,1 1 0,-2-1 0,1 1 0,-1 0 0,-7-8 0,9 10-86,-1 0-1,1 0 1,0 0 0,-1 0 0,0 1-1,1-1 1,-1 1 0,0-1 0,0 1-1,1 0 1,-1 0 0,0 1 0,0-1-1,0 1 1,0-1 0,0 1 0,0 0-1,0 0 1,-4 0 0,-4 4-6752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24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24575,'1'73'0,"2"-40"0,-3 0 0,0 0 0,-2 0 0,-2-1 0,-1 1 0,-12 43 0,11-53 0,-3 16 0,9-38 0,0 1 0,-1-1 0,1 0 0,-1 0 0,1 1 0,-1-1 0,1 0 0,-1 0 0,0 0 0,0 0 0,1 0 0,-1 0 0,0 0 0,0 0 0,0 0 0,0 0 0,0 0 0,0-1 0,-1 1 0,-1 1 0,2-3 0,1 1 0,-1 0 0,1-1 0,-1 1 0,1 0 0,0-1 0,-1 1 0,1-1 0,-1 1 0,1-1 0,0 1 0,-1-1 0,1 1 0,0-1 0,0 1 0,-1-1 0,1 0 0,0 1 0,0-1 0,0 1 0,0-1 0,0 0 0,-1 1 0,1-1 0,0 1 0,1-1 0,-1 0 0,0 1 0,0-1 0,0 1 0,0-1 0,0 1 0,1-1 0,-1 0 0,0 1 0,0-1 0,1 1 0,-1-1 0,1 0 0,10-33 0,-10 31 0,4-13 0,1 0 0,0 1 0,1 0 0,1 0 0,0 1 0,1 0 0,1 0 0,0 1 0,19-19 0,-28 31 0,0 0 0,0 0 0,-1 1 0,1-1 0,0 0 0,0 1 0,0-1 0,0 1 0,0-1 0,0 1 0,0-1 0,0 1 0,0-1 0,0 1 0,0 0 0,0 0 0,0-1 0,0 1 0,0 0 0,0 0 0,0 0 0,0 0 0,0 0 0,1 1 0,-1-1 0,0 0 0,0 0 0,0 1 0,0-1 0,0 1 0,1 0 0,0 1 0,-1 0 0,1 0 0,0 0 0,-1 0 0,1 0 0,-1 0 0,0 1 0,0-1 0,0 1 0,0-1 0,0 1 0,1 3 0,0 6 0,0 0 0,0 0 0,-1 0 0,-1 21 0,-1-30 6,1 0 0,-1 0-1,0 0 1,0 0 0,0-1-1,-1 1 1,1 0 0,0 0 0,-1-1-1,0 1 1,0-1 0,0 1-1,0-1 1,0 0 0,0 0-1,0 0 1,-1 0 0,1 0 0,-1-1-1,-5 3 1,2 0-192,-1-1 1,0-1-1,-1 1 0,1-1 1,0 0-1,-1-1 1,-9 1-1,3-1-6640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24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1 24575,'0'17'0,"0"0"0,-1 0 0,0 0 0,-2 0 0,0 0 0,-1 0 0,0 0 0,-2-1 0,0 0 0,0 0 0,-2-1 0,0 1 0,-1-2 0,0 1 0,-1-1 0,-14 15 0,18-23 0,-8 9 0,-1 0 0,0-1 0,-24 17 0,35-28 0,0 0 0,-1-1 0,1 1 0,-1-1 0,1 0 0,-1 0 0,0-1 0,0 1 0,1-1 0,-1 0 0,0 0 0,0-1 0,0 0 0,0 0 0,0 0 0,0 0 0,0-1 0,0 1 0,0-1 0,-6-2 0,9 1-54,-1 1-1,0-1 0,1 0 1,-1 1-1,1-1 1,-1-1-1,1 1 0,0 0 1,0 0-1,0-1 1,0 1-1,1-1 0,-1 0 1,1 1-1,-1-1 0,1 0 1,0 0-1,0 0 1,0 0-1,0 0 0,1 0 1,-1 0-1,1 0 1,0-6-1,-1-5-6771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25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0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0 24575,'0'27'0,"1"8"0,-1 0 0,-2 0 0,-1-1 0,-2 1 0,-11 41 0,9-32 0,5-26 0,1-15 0,0-8 0,-3-10 0,-1 0 0,1 1 0,-2 0 0,0 0 0,-1 0 0,-1 1 0,1 0 0,-13-14 0,19 31 0,0 1 0,1-1 0,-1 0 0,1 1 0,0-1 0,0 1 0,2 5 0,-2-6-49,1-1 1,0 0-1,0 0 0,1 0 0,-1 0 1,1 0-1,-1 0 0,1 0 0,0 0 1,0 0-1,0-1 0,1 1 0,-1-1 1,0 0-1,1 1 0,0-1 0,-1 0 1,1-1-1,0 1 0,0 0 0,0-1 1,0 0-1,1 1 0,-1-1 0,0-1 0,0 1 1,5 0-1,6 1-6777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1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32 24575,'-2'-3'0,"0"1"0,0-1 0,-1 1 0,1 0 0,0 0 0,-1 0 0,0 0 0,1 0 0,-1 0 0,0 1 0,0-1 0,0 1 0,0 0 0,0 0 0,0 0 0,0 0 0,0 1 0,0-1 0,-1 1 0,1 0 0,0-1 0,0 2 0,-1-1 0,1 0 0,0 1 0,0-1 0,0 1 0,0 0 0,0 0 0,0 0 0,0 0 0,0 1 0,0-1 0,0 1 0,0 0 0,1 0 0,-1 0 0,1 0 0,0 0 0,-1 1 0,1-1 0,0 1 0,0-1 0,0 1 0,1 0 0,-3 5 0,-7 8 0,7-10 0,0-1 0,1 1 0,0 0 0,-1 1 0,2-1 0,-1 0 0,-1 9 0,3-14 0,1 0 0,0 0 0,0 0 0,0 0 0,0 1 0,0-1 0,1 0 0,-1 0 0,0 0 0,0 0 0,1 0 0,-1 0 0,1 0 0,-1 1 0,1-1 0,-1 0 0,1-1 0,0 1 0,0 2 0,1-2 0,0 1 0,1-1 0,-1 1 0,0-1 0,0 0 0,1 0 0,-1 0 0,0 0 0,1 0 0,-1-1 0,1 1 0,3-1 0,-2 1 14,1 0-1,-1-1 0,1 1 0,0-1 1,-1-1-1,1 1 0,-1 0 1,6-2-1,-8 1-75,0 0 0,-1 1 0,1-1 0,0 0 1,-1 0-1,1 0 0,-1 0 0,1 0 0,-1 0 0,0 0 0,0-1 0,1 1 1,-1 0-1,0-1 0,0 1 0,0-1 0,0 0 0,-1 1 0,1-1 0,0 1 1,-1-1-1,1 0 0,0-2 0,1-10-6764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1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24575,'-1'29'0,"-1"28"0,2-54 0,0 0 0,0 1 0,0-1 0,1 0 0,0 0 0,-1 0 0,1 0 0,0 0 0,0 0 0,1-1 0,-1 1 0,1 0 0,1 2 0,-3-4 0,1-1 0,-1 1 0,1-1 0,-1 0 0,1 1 0,-1-1 0,1 0 0,-1 1 0,1-1 0,0 0 0,-1 0 0,1 0 0,-1 1 0,1-1 0,-1 0 0,1 0 0,0 0 0,-1 0 0,1 0 0,-1 0 0,1 0 0,0 0 0,-1 0 0,1 0 0,-1-1 0,1 1 0,0 0 0,-1 0 0,2-1 0,17-16 0,7-23 0,-4 3 0,-22 37 0,0 0 0,0 0 0,0 0 0,0 0 0,0-1 0,0 1 0,1 0 0,-1 0 0,0 0 0,0 0 0,0 0 0,1 0 0,-1-1 0,0 1 0,0 0 0,0 0 0,1 0 0,-1 0 0,0 0 0,0 0 0,0 0 0,1 0 0,-1 0 0,0 0 0,0 0 0,0 0 0,1 0 0,-1 0 0,0 0 0,0 0 0,0 0 0,1 1 0,-1-1 0,0 0 0,0 0 0,0 0 0,1 0 0,-1 0 0,0 0 0,0 1 0,0-1 0,0 0 0,0 0 0,1 0 0,-1 0 0,0 1 0,0-1 0,4 25 0,-4-14-120,4 30 373,-4-40-301,0 0 0,1 0-1,-1 1 1,0-1 0,1 0-1,-1 0 1,1 0 0,0 0-1,-1 0 1,1 0 0,0-1-1,-1 1 1,1 0 0,0 0-1,0 0 1,0-1 0,0 1-1,-1 0 1,1-1 0,0 1-1,0-1 1,1 1 0,-1-1-1,0 1 1,0-1 0,0 0-1,0 0 1,0 1 0,0-1-1,2 0 1,7-1-6778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2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22 194 24575,'2'-1'0,"0"1"0,0-1 0,0 0 0,-1 1 0,1-1 0,0 0 0,-1 0 0,1 0 0,-1-1 0,1 1 0,-1 0 0,1 0 0,-1-1 0,0 1 0,0-1 0,0 1 0,0-1 0,0 0 0,0 1 0,0-1 0,0 0 0,-1 0 0,2-3 0,12-45 0,-13 47 0,1-9 0,1 0 0,-2 0 0,0-1 0,0 1 0,-1-1 0,-2-14 0,2 27 0,0-1 0,0 1 0,0 0 0,0 0 0,0 0 0,0-1 0,0 1 0,0 0 0,0 0 0,0 0 0,0 0 0,0-1 0,0 1 0,0 0 0,0 0 0,-1 0 0,1-1 0,0 1 0,0 0 0,0 0 0,0 0 0,0 0 0,-1 0 0,1 0 0,0-1 0,0 1 0,0 0 0,0 0 0,-1 0 0,1 0 0,0 0 0,0 0 0,0 0 0,-1 0 0,1 0 0,0 0 0,0 0 0,0 0 0,-1 0 0,1 0 0,0 0 0,0 0 0,0 0 0,-1 0 0,1 0 0,0 0 0,0 0 0,0 0 0,0 0 0,-1 0 0,1 0 0,-12 12 0,-8 16 0,14-16 0,0 0 0,1 1 0,0 0 0,-6 26 0,10-33 0,0 1 0,0-1 0,1 1 0,-1 0 0,1-1 0,1 1 0,-1 0 0,1-1 0,1 1 0,-1-1 0,1 1 0,3 6 0,-3-8 10,1-1 0,0 0 0,0-1 0,1 1 0,-1 0 0,1-1 0,-1 0 0,1 0 0,0 0 0,1 0 0,8 4 0,-12-6-42,0-1 1,0 1-1,0 0 1,0 0-1,0-1 0,0 1 1,0-1-1,1 0 1,-1 1-1,0-1 0,0 0 1,1 1-1,-1-1 1,0 0-1,1 0 0,-1 0 1,0 0-1,0 0 1,1-1-1,-1 1 0,0 0 1,1-1-1,-1 1 1,0 0-1,0-1 0,0 0 1,0 1-1,1-1 1,-1 0-1,0 1 1,0-1-1,0 0 0,0 0 1,-1 0-1,1 0 1,0 0-1,0 0 0,0 0 1,-1 0-1,1 0 1,-1 0-1,1-1 0,-1 1 1,1 0-1,-1 0 1,1-3-1,1-9-6794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2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15 266 24575,'4'-1'0,"0"0"0,0 1 0,0-2 0,1 1 0,-1 0 0,0-1 0,-1 1 0,1-1 0,0 0 0,0-1 0,-1 1 0,1-1 0,-1 1 0,0-1 0,0 0 0,0 0 0,0-1 0,0 1 0,-1 0 0,0-1 0,1 0 0,-1 1 0,-1-1 0,1 0 0,0 0 0,0-6 0,3-4 0,0 0 0,-2 0 0,0-1 0,0 0 0,-2 0 0,1-18 0,-2 27 0,-4-46 0,4 52 0,0-1 0,0 0 0,-1 1 0,1-1 0,0 0 0,0 1 0,-1-1 0,1 1 0,0-1 0,-1 0 0,1 1 0,0-1 0,-1 1 0,1-1 0,-1 1 0,1-1 0,-1 1 0,1 0 0,-1-1 0,1 1 0,-1 0 0,0-1 0,0 0 0,0 2 0,-1-1 0,1 0 0,0 0 0,0 1 0,0-1 0,0 1 0,0-1 0,0 1 0,0-1 0,0 1 0,0 0 0,0 0 0,0-1 0,0 1 0,0 0 0,1 0 0,-1 0 0,0 0 0,0 1 0,-6 8 0,1 1 0,0 0 0,1 0 0,0 0 0,-4 17 0,-9 19 0,11-31 0,2 0 0,0 0 0,0 0 0,2 1 0,-3 29 0,6-45 0,0 0 0,0 0 0,0 1 0,0-1 0,0 0 0,0 0 0,1 0 0,-1 1 0,0-1 0,1 0 0,-1 0 0,1 0 0,0 0 0,-1 0 0,1 0 0,0 0 0,-1 0 0,1 0 0,0 0 0,0-1 0,0 1 0,0 0 0,0 0 0,2 0 0,0 1 0,1 0 0,-1-1 0,1 0 0,0 0 0,-1 0 0,1 0 0,0-1 0,5 1 0,-3-1 0,0 0 0,0 0 0,0 0 0,0-1 0,0 0 0,0 0 0,0 0 0,0-1 0,0 0 0,8-4 0,-4-2-1365,-1 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5:33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113 111 24575,'0'0'0,"-1"0"0,1 0 0,-1-1 0,1 1 0,0 0 0,-1 0 0,1-1 0,-1 1 0,1 0 0,-1-1 0,1 1 0,0-1 0,-1 1 0,1 0 0,0-1 0,0 1 0,-1-1 0,1 1 0,0-1 0,0 1 0,0-1 0,-1 1 0,1-1 0,0 1 0,0-1 0,0 1 0,0-1 0,0 1 0,0-1 0,0 1 0,0-1 0,0 0 0,0 1 0,1-1 0,-1 1 0,0-1 0,0 1 0,0-1 0,1 1 0,-1-1 0,9-28 0,-7 24 0,-1 3 0,0 1 0,-1-1 0,1 0 0,-1 1 0,0-1 0,1 0 0,-1 0 0,0 1 0,0-1 0,0 0 0,0 1 0,0-1 0,-1 0 0,1 0 0,0 1 0,-1-1 0,1 0 0,-1 1 0,0-1 0,1 1 0,-1-1 0,0 1 0,0-1 0,0 1 0,0 0 0,0-1 0,-1 1 0,1 0 0,0 0 0,-1 0 0,1 0 0,0 0 0,-1 0 0,1 0 0,-4-1 0,2 1 0,0 0 0,0 0 0,0 1 0,0-1 0,0 1 0,0 0 0,0 0 0,0 0 0,0 0 0,0 0 0,0 1 0,0-1 0,0 1 0,0 0 0,0 0 0,0 0 0,0 0 0,0 1 0,0-1 0,-2 2 0,2 1 0,0-1 0,0 1 0,0-1 0,1 1 0,0 0 0,-1 0 0,1 0 0,1 0 0,-1 0 0,1 0 0,-1 1 0,1-1 0,0 0 0,1 1 0,-1-1 0,1 1 0,0-1 0,0 6 0,0-7 0,0 0 0,-1-1 0,2 1 0,-1 0 0,0 0 0,0 0 0,1-1 0,0 1 0,-1 0 0,1-1 0,0 1 0,0 0 0,0-1 0,1 1 0,-1-1 0,1 0 0,-1 1 0,1-1 0,0 0 0,0 0 0,0 0 0,0 0 0,0 0 0,0-1 0,1 1 0,-1-1 0,1 1 0,-1-1 0,4 1 0,45 0-1365,-35-3-5461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5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24575,'4'-1'0,"0"0"0,-1 1 0,1-2 0,-1 1 0,0 0 0,1 0 0,-1-1 0,0 0 0,0 0 0,1 0 0,-1 0 0,3-3 0,35-33 0,-35 32 0,6-7 0,0-1 0,18-27 0,-30 41 0,0 0 0,0 0 0,0 0 0,0 0 0,0 1 0,0-1 0,0 0 0,0 0 0,1 0 0,-1 0 0,0 0 0,0 1 0,0-1 0,0 0 0,0 0 0,0 0 0,0 0 0,0 0 0,0 0 0,0 1 0,0-1 0,1 0 0,-1 0 0,0 0 0,0 0 0,0 0 0,0 0 0,0 0 0,0 0 0,1 0 0,-1 1 0,0-1 0,0 0 0,0 0 0,0 0 0,1 0 0,-1 0 0,0 0 0,0 0 0,0 0 0,0 0 0,0 0 0,1 0 0,-1 0 0,0 0 0,0 0 0,0-1 0,0 1 0,0 0 0,1 0 0,-1 0 0,0 0 0,0 0 0,0 0 0,0 0 0,0 0 0,0 0 0,1 0 0,-1-1 0,0 1 0,0 0 0,0 0 0,0 0 0,0 0 0,0 0 0,0-1 0,0 1 0,0 0 0,0 0 0,4 22 0,-3 25 0,-1 33 0,-1 9 0,-13 108 0,10-145-1365,4-37-5461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6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234 435 24575,'-1'-9'0,"0"0"0,-1 0 0,0 0 0,-1 0 0,1 1 0,-2-1 0,1 1 0,-1-1 0,0 1 0,-1 0 0,0 1 0,0-1 0,-1 1 0,0 0 0,0 1 0,0-1 0,-1 1 0,0 0 0,-1 1 0,1 0 0,-1 0 0,-15-7 0,22 12 0,0-1 0,0 1 0,0 0 0,0-1 0,0 1 0,-1 0 0,1 0 0,0 0 0,0 0 0,0 0 0,0 0 0,-1 0 0,1 1 0,0-1 0,0 0 0,0 1 0,0-1 0,0 0 0,0 1 0,0 0 0,0-1 0,0 1 0,0-1 0,0 1 0,0 0 0,0 0 0,0 0 0,1 0 0,-1-1 0,0 1 0,0 0 0,1 0 0,-1 0 0,1 0 0,-1 1 0,1-1 0,-1 2 0,-19 56 0,13-33 0,-3-1 0,1 0 0,-10 46 0,16-59 0,1 1 0,1-1 0,0 1 0,0 0 0,2 0 0,0-1 0,4 25 0,-3-33 0,-1 0 0,1 0 0,0 0 0,0 0 0,1-1 0,-1 1 0,1-1 0,0 1 0,0-1 0,0 0 0,0 0 0,0 0 0,1-1 0,-1 1 0,1-1 0,0 0 0,0 0 0,0 0 0,0 0 0,0-1 0,0 0 0,0 0 0,0 0 0,7 1 0,13 1 0,0 0 0,0-2 0,28-1 0,-35 0 0,-11-1 0,-1 0 0,1 0 0,0 0 0,-1 0 0,1-1 0,-1 0 0,0 0 0,1-1 0,-1 0 0,0 0 0,0 0 0,-1 0 0,1-1 0,6-6 0,8-8 0,31-43 0,-18 22 0,-21 26 0,-1-1 0,0 0 0,-1 0 0,0-1 0,-1-1 0,-1 1 0,-1-1 0,0 0 0,-1-1 0,0 1 0,-2-1 0,0 0 0,-1 0 0,1-33 0,-3 41 0,1-1 0,1 0 0,-1 1 0,2-1 0,-1 1 0,1 0 0,1 0 0,0 0 0,0 0 0,1 0 0,8-12 0,-4 9 0,1 0 0,0 0 0,0 1 0,1 0 0,1 1 0,20-15 0,-24 21 0,0 1 0,0 0 0,1 1 0,-1-1 0,1 2 0,-1-1 0,1 1 0,0 0 0,12 1 0,27-4 0,41-10-1365,-74 10-5461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7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24575,'0'-3'0,"3"-1"0,4 0 0,4 1 0,3 1 0,2 1 0,1 0 0,1 1 0,1-1 0,-1 2 0,0-1 0,0 0 0,0 0 0,0 0 0,0 0 0,0 0 0,-1 0 0,-2 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7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24575,'31'-1'0,"45"-9"0,-23 2 0,-1 0-682,97-29-1,-137 33-6143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8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85 24575,'-2'-6'0,"-1"0"0,1 1 0,-1-1 0,0 1 0,0 0 0,-1 0 0,0 0 0,0 0 0,0 0 0,0 1 0,-1 0 0,1 0 0,-6-4 0,7 7 0,0-1 0,0 1 0,0-1 0,-1 1 0,1 0 0,0 0 0,0 0 0,-1 1 0,1-1 0,-1 1 0,1-1 0,0 1 0,-1 0 0,1 1 0,-7 0 0,3 1 0,-1 0 0,1 1 0,-1 0 0,1 0 0,0 0 0,-11 7 0,-2 5 0,-1 1 0,2 1 0,-21 21 0,39-37 0,-29 30 0,-34 45 0,58-68 0,0 0 0,0 1 0,1 0 0,0 0 0,0 0 0,1 0 0,1 1 0,0 0 0,0 0 0,0 0 0,-1 17 0,4-25 0,1 1 0,-1-1 0,1 0 0,-1 1 0,1-1 0,0 0 0,0 0 0,0 0 0,0 1 0,0-1 0,1 0 0,-1-1 0,0 1 0,1 0 0,0 0 0,-1 0 0,1-1 0,0 1 0,0-1 0,0 0 0,0 1 0,0-1 0,0 0 0,0 0 0,0 0 0,0 0 0,1-1 0,-1 1 0,0-1 0,1 1 0,-1-1 0,3 0 0,12 2 0,1 0 0,-1-1 0,23-2 0,-26 0 0,-5 1 0,0 0 0,0-1 0,0 0 0,-1 0 0,1-1 0,0 0 0,-1-1 0,1 0 0,-1 0 0,0-1 0,0 0 0,0 0 0,-1-1 0,1 0 0,-1 0 0,0-1 0,-1 1 0,1-2 0,-1 1 0,0-1 0,5-9 0,3-2 0,7-11 0,22-40 0,61-79 0,-148 228 0,-54 141 0,93-207-120,1-4-87,1 0-1,0 0 1,0 1-1,1-1 1,-1 14-1,2-10-6618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9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604 141 24575,'0'-7'0,"-1"0"0,0 0 0,0 0 0,-1 0 0,0 1 0,0-1 0,-1 1 0,1-1 0,-1 1 0,-1 0 0,1 0 0,-1 0 0,0 1 0,-1-1 0,1 1 0,-1 0 0,0 0 0,-9-6 0,11 9 0,1 0 0,-1 0 0,-1 0 0,1 0 0,0 1 0,0-1 0,-1 1 0,1 0 0,0 0 0,-1 0 0,1 0 0,-1 1 0,1 0 0,-1-1 0,0 1 0,1 1 0,-1-1 0,1 0 0,-1 1 0,1 0 0,-1 0 0,1 0 0,-1 0 0,1 0 0,0 1 0,0-1 0,0 1 0,0 0 0,0 0 0,0 0 0,0 0 0,0 1 0,1-1 0,-1 1 0,1 0 0,0-1 0,-2 5 0,-15 18 0,1 1 0,2 0 0,1 1 0,-20 50 0,28-60 0,2 2 0,0-1 0,0 1 0,2-1 0,0 1 0,2 0 0,0 0 0,3 36 0,-2-53 0,1 1 0,0-1 0,0 0 0,0 0 0,0 0 0,1 0 0,-1 0 0,0 0 0,1 0 0,-1 0 0,1-1 0,0 1 0,0 0 0,0-1 0,-1 0 0,1 1 0,1-1 0,-1 0 0,0 0 0,0 0 0,0 0 0,1 0 0,-1-1 0,0 1 0,1-1 0,-1 1 0,0-1 0,1 0 0,-1 0 0,4 0 0,13 0 0,0 0 0,33-5 0,-42 4 0,-5-1 0,1 1 0,-1-1 0,1 0 0,-1-1 0,0 1 0,0-1 0,0 0 0,-1 0 0,1-1 0,-1 0 0,1 1 0,-1-1 0,0-1 0,5-7 0,3-4 0,-1 0 0,0 0 0,8-19 0,108-179 0,-102 176 0,-104 94 0,32-10 0,3 3 0,1 1 0,3 2 0,-40 69 0,-191 280 0,239-356 0,13-19 0,-22 39 0,9-20 0,91-89 0,-16 14-1365,-20 16-5461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09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263 1 24575,'-1'3'0,"0"1"0,0-1 0,-1 1 0,1-1 0,-1 0 0,0 1 0,0-1 0,-2 3 0,-7 13 0,-7 29 0,-17 81 0,-5 16 0,-93 188 0,127-316-1365,2-2-5461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10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24575,'2'0'0,"1"1"0,-1 0 0,1 0 0,-1 1 0,0-1 0,0 0 0,1 1 0,-1-1 0,0 1 0,0 0 0,0 0 0,-1 0 0,4 3 0,22 30 0,-27-35 0,2 3 0,1 0 0,-1 1 0,1-1 0,-1 1 0,0 0 0,-1-1 0,1 1 0,-1 0 0,1 0 0,-1 0 0,0 1 0,-1-1 0,1 0 0,-1 0 0,0 0 0,0 8 0,-1-8 0,-1 1 0,0-1 0,0 1 0,0-1 0,-1 0 0,1 1 0,-1-1 0,0-1 0,0 1 0,0 0 0,0-1 0,-1 0 0,0 1 0,-4 2 0,-187 157 0,192-160-136,0-2-1,0 1 1,0 0-1,-1-1 1,1 1-1,-1-1 1,1 0-1,-1 0 0,-5 0 1,-5 0-6690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10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24575,'5'0'0,"1"-1"0,-1 0 0,0 0 0,1 0 0,-1-1 0,0 1 0,0-1 0,0 0 0,0-1 0,0 1 0,0-1 0,-1 0 0,1-1 0,-1 1 0,0-1 0,0 1 0,0-1 0,-1 0 0,1-1 0,-1 1 0,0-1 0,0 1 0,0-1 0,3-8 0,-3 6 0,0 0 0,-1 0 0,0 0 0,0-1 0,0 1 0,-1-1 0,0 1 0,0-1 0,-1 1 0,0-1 0,0 0 0,-1 1 0,0-1 0,0 1 0,-1-1 0,0 1 0,-4-10 0,6 16 0,-1 0 0,1 0 0,0 0 0,-1 0 0,1 0 0,-1 0 0,1 0 0,-1 0 0,1 0 0,-1 1 0,0-1 0,0 0 0,1 0 0,-1 1 0,0-1 0,0 0 0,0 1 0,0-1 0,1 1 0,-1-1 0,0 1 0,0-1 0,-2 1 0,3 0 0,-1 0 0,0 1 0,0-1 0,0 0 0,0 1 0,1-1 0,-1 1 0,0-1 0,0 1 0,1-1 0,-1 1 0,0-1 0,1 1 0,-1 0 0,1 0 0,-1-1 0,1 1 0,-1 0 0,1 0 0,-1 1 0,-15 46 0,8 9 0,0 102 0,8-153 0,0-1 0,0 1 0,0-1 0,1 1 0,0 0 0,0-1 0,0 1 0,1-1 0,0 0 0,0 0 0,0 1 0,0-1 0,1 0 0,0-1 0,0 1 0,1 0 0,-1-1 0,1 0 0,0 0 0,6 5 0,16 23 71,-22-27-276,0 0-1,-1 0 1,2 0 0,-1 0 0,0-1 0,10 8 0,-2-6-6621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11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34 24575,'0'-2'0,"0"1"0,0 0 0,0-1 0,0 1 0,0 0 0,0 0 0,0-1 0,-1 1 0,1 0 0,0 0 0,-1-1 0,1 1 0,-1 0 0,1 0 0,-1 0 0,0 0 0,1 0 0,-1-1 0,0 1 0,0 0 0,0 1 0,1-1 0,-1 0 0,0 0 0,0 0 0,-2 0 0,1 0 0,0 1 0,-1-1 0,1 1 0,0 0 0,0 0 0,0 0 0,0 0 0,-1 0 0,1 0 0,0 1 0,0-1 0,0 1 0,0 0 0,-2 0 0,-9 5 0,1-1 0,1 2 0,-19 12 0,24-14 0,0 0 0,1 1 0,0 0 0,0 0 0,0 0 0,0 0 0,1 1 0,0 0 0,-6 13 0,-23 75 0,22-60 0,3-13 0,1 1 0,1 0 0,2 0 0,0 1 0,1-1 0,1 1 0,2 25 0,1-46 0,-1 1 0,1-1 0,0 1 0,0-1 0,0 0 0,1 0 0,-1 0 0,1 0 0,0 0 0,0 0 0,0 0 0,0 0 0,0-1 0,0 1 0,1-1 0,-1 1 0,1-1 0,0 0 0,0 0 0,0 0 0,0-1 0,0 1 0,0-1 0,0 0 0,1 1 0,-1-1 0,0-1 0,1 1 0,4 0 0,13 2 0,-1-1 0,1-1 0,39-4 0,-24 2 0,16-6-1365,-36 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6:28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24575,'98'1'0,"106"-3"0,-136-5 0,93-3 0,-103 8 0,0-2 0,91-19 0,245-47 0,-192 35 0,-40 14 0,51-17 0,86 35 0,-158 5 0,-81 0 0,73 10 0,-59-6 0,136-6 0,-88-2 0,1201 2 0,-1182-18-1365,-126 18-5461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1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24575,'-2'1'0,"1"-1"0,-1 0 0,1 1 0,0-1 0,-1 1 0,1-1 0,0 1 0,0 0 0,0 0 0,-1 0 0,1-1 0,0 1 0,0 0 0,0 0 0,0 0 0,0 1 0,1-1 0,-1 0 0,0 0 0,0 0 0,1 1 0,-1-1 0,0 2 0,-13 38 0,11-29 0,-21 94 0,9-33 0,12-59-1365,1-1-5461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1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2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1 24575,'-2'23'0,"-1"0"0,-2 0 0,0 0 0,-2 0 0,0-1 0,-1 0 0,-12 21 0,-17 52 0,28-68 0,-1-2 0,-1 1 0,-17 26 0,61-120 0,9-14 0,-34 70 0,1 0 0,0 1 0,0 0 0,1 0 0,1 1 0,0 1 0,22-16 0,-25 20 0,0 0 0,1 1 0,-1 0 0,1 0 0,0 1 0,0 0 0,0 1 0,0 0 0,1 0 0,-1 1 0,0 0 0,1 1 0,10 0 0,-18 1 0,0-1 0,0 1 0,0-1 0,0 1 0,0 0 0,0 0 0,0 0 0,0 0 0,0 0 0,0 0 0,-1 1 0,1-1 0,0 0 0,-1 1 0,1 0 0,-1-1 0,0 1 0,1 0 0,-1 0 0,0 0 0,0-1 0,0 1 0,0 0 0,-1 0 0,1 1 0,-1-1 0,1 0 0,-1 0 0,1 0 0,-1 0 0,0 0 0,0 1 0,0-1 0,0 0 0,-1 4 0,-1 10 0,1-1 0,-2 1 0,-6 23 0,8-36 0,0-1 5,1-1 0,-1 1 0,1 0 0,-1 0 0,1 0 0,0 0 0,0 0 0,0 0 0,0 0 0,0 0 0,0 0 0,0 0 0,1 0 0,-1 0 0,1 0 0,0 0 0,-1 0 0,1 0 0,0 0 0,0-1 0,0 1 0,0 0 0,2 2 0,2-1-191,-1 0 1,0 0-1,1 0 0,0 0 1,-1-1-1,1 0 1,8 3-1,-1-1-6640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2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24575,'-2'20'0,"0"0"0,-1 0 0,-1 0 0,-1 0 0,-1-1 0,0 0 0,-2 0 0,-16 31 0,17-29 0,1 0 0,1 0 0,1 1 0,0 0 0,2-1 0,0 33 0,1-10 0,-1-21 0,1 0 0,1 1 0,1-1 0,6 31 0,-5-50 0,0 0 0,0 0 0,1 0 0,-1 0 0,1 0 0,0-1 0,0 1 0,0-1 0,0 1 0,1-1 0,-1 0 0,1-1 0,7 5 0,-8-4 0,1-1 0,-1 0 0,1 0 0,-1-1 0,1 1 0,0-1 0,-1 0 0,1 1 0,0-2 0,0 1 0,0 0 0,0-1 0,0 0 0,0 0 0,0 0 0,5-1 0,-8 1 3,0-1-1,0 1 1,0-1-1,0 1 1,0-1-1,0 1 1,0-1 0,0 0-1,0 1 1,0-1-1,-1 0 1,1 0-1,0 1 1,0-1-1,-1 0 1,1 0-1,-1 0 1,1 0 0,-1 0-1,1 0 1,-1 0-1,0 0 1,1 0-1,-1 0 1,0 0-1,0 0 1,0-1-1,0 0 1,-5-32-536,3 24-373,-1-4-5920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3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24575,'3'0'0,"4"0"0,4 0 0,3 0 0,2 0 0,1 0 0,1 0 0,1 3 0,2 1 0,2 0 0,-1-1 0,-1-1 0,-1-1 0,-5 3 0,0 0 0,-1 0 0,0 2 0,-1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3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24575,'-3'0'0,"2"0"0,1 3 0,3 1 0,5 0 0,4-1 0,2-1 0,0 2 0,-1 1 0,2-1 0,0-1 0,1-1 0,-2-1-8191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24575,'3'0'0,"4"0"0,3 0 0,4 0 0,2 0 0,2 0 0,0 0 0,0 0 0,0 0 0,1 0 0,-1 0 0,0 0 0,0 0 0,-1 0 0,-2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4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0 24575,'-2'17'0,"0"1"0,-2-1 0,0-1 0,0 1 0,-2 0 0,0-1 0,0 0 0,-2-1 0,0 0 0,-12 17 0,-17 37 0,37-68 0,0-1 0,-1 0 0,1 1 0,0-1 0,0 1 0,0-1 0,0 0 0,0 1 0,0-1 0,0 1 0,-1-1 0,1 1 0,0-1 0,0 0 0,1 1 0,-1-1 0,0 1 0,0-1 0,0 0 0,0 1 0,0-1 0,0 1 0,0-1 0,1 0 0,-1 1 0,0-1 0,0 0 0,1 1 0,-1-1 0,0 0 0,1 1 0,-1-1 0,0 0 0,0 1 0,1-1 0,20 6 0,32-7 0,-43 1 0,63-5-1365,-58 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5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24575,'-18'141'0,"15"-91"0,-15 78 0,3-23 0,4-52-1365,8-38-5461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2:16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254 450 24575,'0'-6'0,"0"0"0,-1 0 0,1 1 0,-1-1 0,-1 0 0,1 0 0,-1 1 0,0-1 0,0 1 0,0 0 0,-1-1 0,0 1 0,0 0 0,-4-5 0,5 8 0,0 0 0,-1 0 0,1 0 0,0 0 0,-1 1 0,1-1 0,-1 1 0,0-1 0,1 1 0,-1 0 0,0 0 0,0 0 0,0 0 0,0 1 0,0-1 0,0 1 0,0 0 0,0 0 0,0 0 0,0 0 0,0 0 0,0 1 0,0-1 0,0 1 0,1 0 0,-1 0 0,0 0 0,0 0 0,-3 2 0,-2 2 0,0 0 0,1 0 0,-1 0 0,1 1 0,1 0 0,-1 0 0,-10 14 0,-35 55 0,49-68 0,0 0 0,0 1 0,1-1 0,0 1 0,0 0 0,1-1 0,0 1 0,0 0 0,1 0 0,0 8 0,1-3 0,0 0 0,0-1 0,1 1 0,1-1 0,6 20 0,-7-27 0,1 0 0,-1-1 0,1 1 0,1-1 0,-1 1 0,0-1 0,1 0 0,0-1 0,0 1 0,0 0 0,0-1 0,1 0 0,-1 0 0,1 0 0,0-1 0,0 0 0,0 0 0,0 0 0,10 2 0,-7-2 0,0 0 0,0-1 0,1 0 0,-1-1 0,0 0 0,1 0 0,-1-1 0,0 0 0,0 0 0,0-1 0,0 0 0,10-3 0,-11 1 0,1 1 0,-1-1 0,0 0 0,0-1 0,0 0 0,0 0 0,-1 0 0,0-1 0,0 0 0,-1 0 0,1-1 0,-1 1 0,8-15 0,-3 0 0,-1-1 0,-1 1 0,8-38 0,-4 16 0,16-48 0,47-104 0,-61 168 0,1 1 0,1 0 0,29-35 0,-42 57 0,1-1 0,-1 0 0,1 1 0,0-1 0,0 1 0,0 0 0,0 0 0,1 0 0,0 1 0,0 0 0,0 0 0,6-3 0,-11 6-49,1 0 1,-1 0-1,1 0 0,-1 1 0,1-1 1,-1 0-1,1 0 0,-1 1 0,1-1 1,-1 0-1,1 0 0,-1 1 0,1-1 1,-1 0-1,0 1 0,1-1 0,-1 1 1,0-1-1,1 1 0,-1-1 0,0 1 1,1-1-1,-1 1 0,0-1 0,0 1 0,0-1 1,1 1-1,1 9-6777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02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1 178 24575,'0'-1'0,"1"1"0,-1-1 0,0 0 0,1 0 0,-1 0 0,1 1 0,-1-1 0,1 0 0,0 0 0,-1 1 0,1-1 0,0 1 0,-1-1 0,1 0 0,0 1 0,0 0 0,0-1 0,-1 1 0,1-1 0,0 1 0,0 0 0,0 0 0,0-1 0,0 1 0,0 0 0,1 0 0,33-6 0,-21 5 0,304-48 0,-145 25 0,197-5 0,-151 17 0,274 4 0,-301 10 0,-21-20 0,-51 9 0,8 0 0,207 24 0,-284-11 0,183 25 0,-198-25-38,0-1 0,56-3 0,-42-1-1213,-35 1-5575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02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1 180 24575,'4'-1'0,"1"0"0,-1 0 0,0-1 0,0 0 0,0 0 0,0 0 0,0 0 0,0-1 0,5-4 0,13-7 0,162-84 0,-159 77 0,-23 19 0,1-1 0,-1 1 0,0 0 0,1 0 0,-1 0 0,1 0 0,0 0 0,0 0 0,0 1 0,3-2 0,-3 6 0,-9 7 0,-11 12 0,15-19 0,-112 170 0,103-155 0,-12 20-682,-17 43-1,35-70-6143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03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269 340 24575,'0'-5'0,"0"0"0,0 0 0,-1 1 0,0-1 0,1 0 0,-2 1 0,1-1 0,0 0 0,-1 1 0,0 0 0,0-1 0,0 1 0,0 0 0,-1 0 0,-3-5 0,4 8 0,0-1 0,0 1 0,-1 0 0,1-1 0,0 1 0,0 0 0,-1 0 0,1 0 0,0 0 0,-1 1 0,1-1 0,-1 1 0,1 0 0,-1-1 0,1 1 0,-1 0 0,1 0 0,-1 1 0,1-1 0,-1 0 0,1 1 0,-1 0 0,1-1 0,-1 1 0,1 0 0,0 0 0,0 0 0,-1 1 0,1-1 0,-4 4 0,-2 1 0,0 0 0,0 1 0,0 0 0,1 1 0,0-1 0,1 1 0,0 1 0,-9 14 0,1 1 0,2 1 0,-10 26 0,7-16 0,-10 26 0,23-58 0,1 1 0,0 0 0,1 0 0,-1 0 0,1 0 0,0 0 0,0 0 0,0 0 0,0 0 0,1 0 0,0 0 0,-1 0 0,3 5 0,-2-7 0,1 0 0,-1-1 0,1 1 0,-1 0 0,1 0 0,0-1 0,-1 1 0,1-1 0,0 0 0,0 1 0,0-1 0,0 0 0,0 0 0,0 0 0,1 0 0,-1-1 0,0 1 0,0-1 0,1 1 0,-1-1 0,0 0 0,4 0 0,62-2 0,-44 1 0,-16 0 0,1-1 0,0 1 0,0-1 0,-1 0 0,1-1 0,-1 0 0,0-1 0,0 0 0,13-8 0,65-52 0,-65 48 0,29-28 0,-2-3 0,-2-1 0,-2-2 0,51-76 0,-74 96 0,-6 5 0,1 2 0,2 0 0,0 1 0,2 0 0,22-19 0,-25 33-80,-14 17 280,-19 21-1685,8-21-5341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53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141 108 24575,'1'-1'0,"-1"0"0,0-1 0,0 1 0,0 0 0,0 0 0,0 0 0,-1 0 0,1 0 0,0-1 0,0 1 0,-1 0 0,1 0 0,-1 0 0,1 0 0,-1 0 0,1 0 0,-1 0 0,0 0 0,1 0 0,-1 0 0,0 0 0,0 0 0,0 1 0,1-1 0,-1 0 0,0 1 0,-2-2 0,1 2 0,0-1 0,0 1 0,0 0 0,0 0 0,0 0 0,0 0 0,0 0 0,0 1 0,0-1 0,0 0 0,0 1 0,0 0 0,1-1 0,-4 2 0,-2 2 0,0-1 0,0 1 0,1 0 0,0 1 0,-1 0 0,1 0 0,-7 8 0,9-8 0,0 0 0,0 0 0,1 0 0,0 0 0,0 0 0,0 1 0,1 0 0,0-1 0,0 1 0,0 0 0,1 0 0,0 0 0,0 0 0,0 0 0,1 0 0,0 1 0,0-1 0,1 0 0,0 0 0,0 0 0,0 0 0,0 0 0,1 0 0,0 0 0,1-1 0,-1 1 0,1-1 0,0 1 0,0-1 0,1 0 0,-1 0 0,1 0 0,0-1 0,6 6 0,-5-6 0,1 0 0,-1 0 0,1-1 0,-1 0 0,1 0 0,0 0 0,0-1 0,1 1 0,-1-1 0,0-1 0,1 1 0,-1-1 0,1-1 0,-1 1 0,1-1 0,0 0 0,-1 0 0,8-2 0,-9 2 0,-1-1 0,1 0 0,-1 1 0,0-2 0,1 1 0,-1 0 0,0-1 0,0 0 0,0 0 0,0 0 0,0 0 0,0-1 0,-1 1 0,1-1 0,-1 0 0,0 0 0,0-1 0,0 1 0,0-1 0,0 1 0,-1-1 0,0 0 0,1 0 0,-1 0 0,-1 0 0,3-7 0,-1-2 0,1-5 0,-1 1 0,2-36 0,-5 46 0,-1 0 0,0 0 0,0 0 0,0 0 0,-1 0 0,0 1 0,0-1 0,-1 1 0,0-1 0,-6-10 0,2 6 0,2 1 0,-1 1 0,0 0 0,-1 0 0,0 1 0,-10-11 0,13 17 0,0-1 0,0 0 0,0 1 0,0 0 0,-1 0 0,1 0 0,-1 0 0,1 1 0,-1-1 0,0 1 0,0 1 0,0-1 0,1 1 0,-10 0 0,9 0-32,0 0 1,0 1-1,0 0 0,0 0 0,0 0 1,0 1-1,1-1 0,-1 1 0,0 0 1,1 1-1,0-1 0,-1 1 0,1 0 1,0 0-1,0 0 0,1 0 0,-1 1 1,1-1-1,-1 1 0,1 0 0,0 0 1,1 0-1,-1 1 0,1-1 0,0 1 1,0-1-1,0 1 0,0 0 0,1 0 1,0-1-1,0 1 0,0 0 0,1 0 1,0 0-1,0 0 0,0 0 0,0 0 1,1 0-1,0 0 0,0 0 0,0 0 1,3 5-1,0 2-6794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5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24575,'3'0'0,"4"0"0,4 0 0,3 0 0,2 0 0,1 0 0,1 0 0,1 0 0,-1 0 0,0 0 0,1 0 0,-2 0 0,1 0 0,0 0 0,0 0 0,-1 0 0,-2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56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0 24575,'1'59'0,"1"-37"0,-1 1 0,-1 0 0,-2 0 0,0 0 0,-1 0 0,-1-1 0,-12 37 0,13-52-227,1 1-1,0 0 1,0 0-1,0 0 1,0 12-1,2-6-6598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3:58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 24575,'-1'27'0,"-2"0"0,-12 53 0,-2 15 0,11-52-682,-16 62-1,19-93-6143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08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24575,'9'-9'0,"-8"7"0,0 1 0,0 0 0,0-1 0,0 1 0,0 0 0,1 0 0,-1 0 0,0 0 0,1 0 0,-1 0 0,1 0 0,0 1 0,-1-1 0,1 0 0,-1 1 0,1-1 0,0 1 0,2-1 0,-5 1 0,1 0 0,-1 0 0,0-1 0,0 1 0,0 0 0,0-1 0,1 1 0,-1-1 0,0 1 0,0-1 0,1 1 0,-1-1 0,0 1 0,1-1 0,-1 0 0,0 1 0,1-1 0,-1 0 0,1 0 0,-1 0 0,1 1 0,0-1 0,-1 0 0,1 0 0,0 0 0,-1 0 0,1 0 0,0 1 0,0-1 0,0 0 0,0 0 0,0 0 0,0 0 0,0 0 0,0-1 0,1 3 0,-1-1 0,0 0 0,0 1 0,1-1 0,-1 0 0,0 1 0,0-1 0,1 0 0,-1 1 0,0-1 0,1 0 0,-1 0 0,0 1 0,1-1 0,-1 0 0,1 0 0,-1 0 0,0 0 0,1 1 0,-1-1 0,1 0 0,-1 0 0,1 0 0,-1 0 0,0 0 0,1 0 0,-1 0 0,1 0 0,-1 0 0,1 0 0,-1 0 0,0-1 0,1 1 0,-1 0 0,1 0 0,-1 0 0,0 0 0,1-1 0,-1 1 0,0 0 0,1 0 0,-1-1 0,0 1 0,1 0 0,-1-1 0,0 1 0,1 0 0,-1-1 0,0 1 0,0 0 0,0-1 0,1 1 0,-1-1 0,0 1 0,0 0 0,0-1 0,0 1 0,0-1 0,0 1 0,0-1 0,0 1 0,0 0 0,0-1 0,0 1 0,0-1 0,0 1 0,0-1 0,0 1 0,0-1 0,2 9-1365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08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1 24575,'0'22'0,"0"-1"0,-1 1 0,-1-1 0,-2 1 0,0-1 0,-1 0 0,0 0 0,-15 33 0,14-43 0,2 0 0,-1 0 0,2 1 0,-1-1 0,-2 23 0,5-32 0,1 0 0,0 0 0,0 0 0,0 0 0,0 0 0,0 0 0,0 0 0,0 0 0,1 0 0,-1 1 0,1-2 0,-1 1 0,1 0 0,0 0 0,0 0 0,0 0 0,0 0 0,0-1 0,0 1 0,0 0 0,1-1 0,-1 1 0,1-1 0,-1 1 0,1-1 0,0 0 0,-1 0 0,1 0 0,0 1 0,0-2 0,0 1 0,0 0 0,-1 0 0,1-1 0,0 1 0,1-1 0,-1 1 0,0-1 0,0 0 0,2 0 0,3 0-66,66 1 261,-68-1-320,0-1 1,0 1-1,0-1 1,0 0-1,0-1 1,0 1-1,0-1 1,-1 0-1,1 0 1,0-1-1,6-4 1,-3 0-6702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11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24575,'1'2'0,"-1"-1"0,1 1 0,0-1 0,0 1 0,0-1 0,0 0 0,0 1 0,0-1 0,0 0 0,0 0 0,0 0 0,1 0 0,-1 0 0,1 0 0,-1 0 0,0 0 0,1-1 0,-1 1 0,1 0 0,0-1 0,-1 1 0,2-1 0,38 11 0,34-4 0,-24-3 0,61 14 0,-77-13 0,-1-1 0,1-2 0,0-1 0,36-4 0,12 0 0,515-10 0,49 7 18,-375 8-1401,-256-2-5443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4:1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24575,'991'0'0,"-684"-18"0,-240 15 0,80-14 0,-14 1 0,-66 10 0,92-5 0,122 12-1365,-265-1-5461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13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1 24575,'-5'2'0,"0"1"0,0-1 0,0 1 0,1 0 0,-1 0 0,1 1 0,0-1 0,0 1 0,0 0 0,1 0 0,-5 6 0,-2 2 0,-2 2 0,1 0 0,1 1 0,0 0 0,1 1 0,1 0 0,-7 18 0,-25 46 0,28-58 0,2 0 0,-15 41 0,2-4 0,15-35 0,0 0 0,2 0 0,-6 47 0,3-12 0,1 5 0,6-46 0,0 0 0,-1-1 0,0 1 0,-9 24 0,6-23 0,1 0 0,1 0 0,-2 25 0,1-12 0,3-4-111,0 54-1,3-55-1030,-1-12-5684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14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24575,'1'7'0,"1"1"0,0 0 0,1-1 0,-1 0 0,1 1 0,1-1 0,-1 0 0,1-1 0,6 8 0,13 30 0,-9-11 0,-2-6 0,-2 2 0,0 0 0,-2 0 0,6 36 0,2 183 0,-14-165 0,-4 80 0,-16-57 0,14-88 0,0-1 0,-1 1 0,-9 18 0,3-5 0,7-18-1365,-1-2-5461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2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24575,'1'1'0,"0"1"0,-1-1 0,1 0 0,0 1 0,0-1 0,0 0 0,0 1 0,0-1 0,0 0 0,0 0 0,0 0 0,1 0 0,-1 0 0,0 0 0,1 0 0,-1 0 0,0-1 0,1 1 0,-1-1 0,1 1 0,-1-1 0,3 1 0,37 10 0,-40-11 0,22 5 0,199 49 0,-187-45 0,1-1 0,0-3 0,36 2 0,7 2 0,156 4 0,-61-6 0,482 18 0,-427-16 0,7 0 0,-233-9 0,5 0 0,1 0 0,-1-1 0,0 0 0,0 0 0,13-3 0,-20 3 0,0 1 0,0 0 0,0-1 0,0 1 0,0-1 0,0 0 0,0 1 0,0-1 0,0 0 0,0 0 0,-1 1 0,1-1 0,0 0 0,0 0 0,-1 0 0,1 0 0,-1 0 0,1 0 0,0-2 0,-1 2 0,1-1 0,-1 0 0,0 0 0,-1 1 0,1-1 0,0 0 0,0 1 0,-1-1 0,1 0 0,-1 1 0,1-1 0,-1 0 0,0 1 0,1-1 0,-1 1 0,0-1 0,-2-1 0,1-1 0,-20-29 0,-40-49 0,52 71 0,0 1 0,-1 0 0,0 1 0,-1 0 0,0 1 0,0 0 0,-25-12 0,-2 10 0,39 10 0,-1 0 0,1 0 0,0 0 0,-1 0 0,1 0 0,0 0 0,-1 0 0,1 0 0,0 0 0,-1 1 0,1-1 0,0 0 0,0 0 0,-1 0 0,1 0 0,0 0 0,-1 1 0,1-1 0,0 0 0,0 0 0,0 0 0,-1 1 0,1-1 0,0 0 0,0 0 0,0 1 0,-1-1 0,1 0 0,0 1 0,0-1 0,0 0 0,0 1 0,0-1 0,0 0 0,0 1 0,10 20 0,2-6 0,1-2 0,0 0 0,1 0 0,1-1 0,0-1 0,0 0 0,1-2 0,30 15 0,-37-19 0,2 0 0,1 0 0,-1 1 0,-1 1 0,1 0 0,-1 0 0,0 1 0,-1 0 0,0 1 0,0 0 0,10 13 0,-19-20 0,1 0 0,0 0 0,-1 0 0,1 0 0,-1 0 0,1 0 0,-1 0 0,0 0 0,0 1 0,0-1 0,0 0 0,0 0 0,-1 0 0,1 0 0,-1 0 0,1 0 0,-1 0 0,0 0 0,1 0 0,-1 0 0,0 0 0,0-1 0,-1 1 0,1 0 0,0-1 0,-3 4 0,-5 4 0,-1 1 0,0-2 0,-14 11 0,-1 1 0,-18 22 0,-113 99 0,146-133-273,1 1 0,0 1 0,0-1 0,-12 20 0,15-20-6553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1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2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24575,'-3'0'0,"-1"3"0,-2 0 0,-1 4 0,1 0-8191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2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24575,'3'0'0,"1"3"0,0 4 0,2 0 0,0 3 0,-1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3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24575,'0'-3'0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5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24575,'1'3'0,"0"1"0,0-1 0,0 0 0,0 0 0,0 0 0,0 0 0,1 0 0,0 0 0,-1-1 0,1 1 0,0 0 0,0-1 0,4 3 0,-4-3 0,0 0 0,0 0 0,-1 0 0,1 1 0,0-1 0,-1 0 0,1 1 0,-1-1 0,0 1 0,0-1 0,0 1 0,0-1 0,0 1 0,0 0 0,-1-1 0,1 6 0,-1-8 0,0 1 0,0-1 0,0 1 0,0-1 0,0 1 0,-1-1 0,1 1 0,0 0 0,0-1 0,0 1 0,-1-1 0,1 0 0,0 1 0,-1-1 0,1 1 0,0-1 0,-1 1 0,1-1 0,0 0 0,-1 1 0,1-1 0,-1 0 0,1 1 0,-1-1 0,1 0 0,-1 0 0,1 1 0,-1-1 0,1 0 0,-1 0 0,1 0 0,-1 0 0,1 0 0,-1 0 0,1 0 0,-1 0 0,1 0 0,-1 0 0,0 0 0,1 0 0,-1 0 0,1 0 0,-1 0 0,1 0 0,-1-1 0,1 1 0,-1 0 0,1 0 0,-1-1 0,1 1 0,-1 0 0,1-1 0,0 1 0,-1 0 0,1-1 0,0 1 0,-1-1 0,1 1 0,0-1 0,-1 1 0,1-1 0,0 0 0,-3-1 0,1 0 0,0 0 0,0-1 0,0 1 0,0-1 0,0 1 0,1-1 0,-1 0 0,1 1 0,-2-7 0,-2-13-1365,2 12-5461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6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24575,'0'3'0,"3"1"0,1 3 0,0 3 0,-1 3 0,0 2 0,-5-1 0,-4-3 0,-2-7 0,1-1 0,2 3 0,1-4 0,2-4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7:37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47 24575,'0'-3'0,"-3"-4"0,-1 2 0,0-1 0,-2 1 0,-1-3 0,-1 1 0,1 2-8191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8:30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24575,'27'43'0,"30"48"0,71 157 0,-112-213 0,-1 2 0,-2 0 0,-2 0 0,-1 1 0,-2 0 0,-1 1 0,2 60 0,8 41 0,-17 54 0,0-194 0,0 0 0,0 1 0,0-1 0,0 0 0,0 1 0,0-1 0,0 0 0,0 1 0,0-1 0,0 0 0,0 0 0,-1 1 0,1-1 0,0 0 0,0 1 0,0-1 0,0 0 0,0 0 0,-1 1 0,1-1 0,0 0 0,0 0 0,0 1 0,-1-1 0,1 0 0,0 0 0,0 0 0,-1 0 0,1 1 0,0-1 0,0 0 0,-1 0 0,1 0 0,0 0 0,0 0 0,-1 0 0,1 0 0,0 0 0,-1 0 0,1 0 0,0 0 0,-1 0 0,1 0 0,0 0 0,-1 0 0,-19-9 0,-27-27 0,39 29 0,-11-8 0,13 11 0,0-1 0,0 1 0,0-1 0,1-1 0,0 1 0,0-1 0,0 1 0,1-1 0,0-1 0,0 1 0,-4-10 0,4 6 0,-14-23 0,28 79 0,-5-35 0,13 31 0,39 66 0,-57-107 0,1 0 0,0 0 0,0 0 0,-1 0 0,1 0 0,0 0 0,0 0 0,0 0 0,0 0 0,0 0 0,0 0 0,1-1 0,-1 1 0,0 0 0,0-1 0,0 1 0,1-1 0,-1 0 0,0 1 0,0-1 0,1 0 0,-1 0 0,0 1 0,1-1 0,-1 0 0,0 0 0,3-1 0,-1 0 0,1 0 0,-1-1 0,0 1 0,0-1 0,1 1 0,-1-1 0,0 0 0,0-1 0,-1 1 0,4-4 0,8-8 0,-2-1 0,21-31 0,-31 43 0,19-28 0,11-17 0,47-94 0,-66 120-1365,-7 17-5461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27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40 24575,'42'-2'0,"42"-7"0,-14 1 0,-12 2 0,95-4 0,959 10 0,-1086-3 0,-23 3 0,-1-1 0,1 1 0,-1 0 0,1 0 0,-1-1 0,1 2 0,-1-1 0,1 0 0,-1 0 0,5 2 0,-5-1 0,-1 0 0,0 0 0,0 0 0,0 0 0,0 1 0,0-1 0,0 0 0,0 1 0,-1-1 0,1 0 0,0 1 0,-1-1 0,1 1 0,-1-1 0,1 1 0,-1-1 0,0 1 0,0-1 0,1 1 0,-1-1 0,0 1 0,-1-1 0,1 3 0,-3 352 0,2-328 0,-2-1 0,-11 48 0,8-48 0,2 0 0,-4 53 0,-10 61 0,18 870 0,1-469 0,-1-540 0,0 0 0,0 1 0,0-1 0,-1 1 0,1-1 0,-1 0 0,0 0 0,1 1 0,-1-1 0,0 0 0,0 0 0,0 0 0,-1 0 0,1 0 0,0 0 0,-1 0 0,1 0 0,-1-1 0,0 1 0,0-1 0,1 1 0,-1-1 0,0 1 0,0-1 0,0 0 0,-1 0 0,1 0 0,0 0 0,0-1 0,0 1 0,-1 0 0,1-1 0,-4 1 0,-11 0 0,1 0 0,-1 0 0,1-2 0,-19-2 0,-8 0 0,-38 2 0,-120 15 0,68-1 0,-184-4 0,291-9 0,15-1 0,1 0 0,-1-1 0,1 0 0,-1-1 0,-18-7 0,-30-7 0,-9 0 0,51 12 0,1 1 0,-1 1 0,1 0 0,-26-1 0,-28 7 0,46-1 0,0-1 0,-1-1 0,1-1 0,-36-6 0,14-7 0,36 10 0,0 0 0,0 1 0,0 1 0,0-1 0,-20 0 0,19 3 0,-1 0 0,1-1 0,-1 0 0,1-1 0,-1 0 0,1 0 0,0-2 0,-17-6 0,-26-13-1365,43 15-5461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29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0 308 24575,'21'4'0,"-19"-3"0,0 0 0,0 0 0,0-1 0,1 1 0,-1-1 0,0 1 0,0-1 0,0 0 0,1 0 0,-1 0 0,0 0 0,3-1 0,4-2 0,-1 0 0,1 0 0,-1-1 0,0 0 0,0 0 0,-1-1 0,1 0 0,10-10 0,54-55 0,-53 49 0,0-2 0,-1 0 0,24-39 0,-4 4 0,-38 57 0,0 0 0,1 1 0,-1-1 0,1 0 0,-1 1 0,0-1 0,1 0 0,0 1 0,-1-1 0,1 1 0,-1-1 0,1 1 0,0-1 0,-1 1 0,1-1 0,0 1 0,0-1 0,-1 1 0,1 0 0,0 0 0,0-1 0,-1 1 0,1 0 0,0 0 0,0 0 0,0 0 0,-1 0 0,1 0 0,1 0 0,0 1 0,-1 0 0,0 0 0,0-1 0,0 1 0,0 0 0,0 1 0,0-1 0,0 0 0,-1 0 0,1 0 0,0 0 0,-1 1 0,1-1 0,0 0 0,0 2 0,10 53 0,-11 190 0,-1-114 0,-8-14 0,0 7 0,10 68-1365,-1-178-5461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1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24575,'10'52'0,"-2"-18"0,-4-16 0,1-1 0,11 28 0,2 8 0,9 24 0,3-2 0,72 130 0,-3-7 0,-26-21 0,-49-131-1365,-20-36-5461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2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37 24575,'-5'8'0,"0"0"0,0 0 0,1 0 0,0 0 0,0 1 0,1 0 0,-3 11 0,-10 22 0,2-10 0,-32 57 0,46-89 0,0 1 0,0-1 0,0 0 0,0 0 0,0 0 0,0 0 0,0 0 0,0 1 0,0-1 0,0 0 0,0 0 0,0 0 0,0 0 0,0 0 0,0 1 0,-1-1 0,1 0 0,0 0 0,0 0 0,0 0 0,0 0 0,0 0 0,0 0 0,-1 1 0,1-1 0,0 0 0,0 0 0,0 0 0,0 0 0,-1 0 0,1 0 0,0 0 0,0 0 0,0 0 0,0 0 0,0 0 0,-1 0 0,1 0 0,0 0 0,0 0 0,0 0 0,0 0 0,-1 0 0,1 0 0,0 0 0,0 0 0,0 0 0,0-1 0,0 1 0,-1 0 0,1 0 0,0 0 0,0 0 0,0 0 0,0 0 0,0 0 0,0-1 0,-1 1 0,1 0 0,0 0 0,0 0 0,0 0 0,0 0 0,0-1 0,-4-18 0,3-23 0,4 26 0,0-1 0,1 1 0,1 0 0,1 0 0,0 0 0,1 1 0,0 0 0,1 0 0,1 1 0,0 0 0,14-15 0,-21 27 0,0 0 0,0 1 0,1-1 0,-1 0 0,1 1 0,-1 0 0,1-1 0,0 1 0,-1 0 0,1 0 0,0 0 0,0 1 0,0-1 0,0 1 0,-1 0 0,1-1 0,0 1 0,0 1 0,0-1 0,5 1 0,7 2 0,0 1 0,27 10 0,3 0 0,41 3-1365,-71-15-5461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251 115 24575,'0'-2'0,"0"0"0,0 0 0,0 0 0,0 0 0,-1 0 0,1 0 0,-1-1 0,1 1 0,-1 0 0,0 0 0,0 1 0,0-1 0,0 0 0,0 0 0,0 0 0,0 1 0,-1-1 0,1 0 0,-1 1 0,1-1 0,-1 1 0,0 0 0,1 0 0,-1-1 0,0 1 0,0 0 0,0 0 0,0 1 0,0-1 0,0 0 0,0 1 0,0-1 0,0 1 0,0 0 0,0-1 0,-4 1 0,1 0 0,1 0 0,0 1 0,-1-1 0,1 1 0,-1 0 0,1 0 0,0 0 0,0 0 0,0 1 0,0 0 0,0 0 0,0 0 0,0 0 0,0 1 0,1-1 0,-7 7 0,-1 5 0,0 1 0,1 0 0,1 0 0,0 1 0,-8 22 0,-28 88 0,41-108 0,1-1 0,1 1 0,0-1 0,2 1 0,0 0 0,4 30 0,-3-43 0,0-1 0,1 1 0,0-1 0,0 1 0,1-1 0,-1 0 0,1 0 0,0 0 0,0 0 0,0-1 0,0 1 0,1-1 0,-1 0 0,1 0 0,0 0 0,7 4 0,72 39 0,-80-45 0,20 10 0,3 2 0,0-2 0,31 10 0,-49-19 0,1 0 0,-1 0 0,1-1 0,-1 0 0,1 0 0,0-1 0,-1 0 0,1-1 0,-1 0 0,1 0 0,12-4 0,-17 3 0,0 1 0,-1-1 0,1 0 0,-1 0 0,1 0 0,-1-1 0,0 1 0,0-1 0,0 0 0,0 0 0,0 0 0,-1 0 0,0 0 0,1 0 0,-1-1 0,0 1 0,0-1 0,-1 0 0,1 1 0,0-6 0,3-10 0,-1 1 0,0-1 0,0-23 0,3-12 0,-3 25 0,-1 1 0,-1-1 0,-1 0 0,-5-44 0,1 63 0,0-1 0,-1 0 0,0 1 0,0 0 0,-2 0 0,1 0 0,-1 1 0,0 0 0,-1 0 0,0 0 0,-12-11 0,-23-34 0,35 43-46,-1 2 1,0-1-1,-14-12 0,8 9-1136,7 5-5644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4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12 24575,'0'0'0,"1"-1"0,-1 1 0,0 0 0,0-1 0,0 1 0,0-1 0,0 1 0,-1 0 0,1-1 0,0 1 0,0-1 0,0 1 0,0-1 0,0 1 0,0 0 0,-1-1 0,1 1 0,0 0 0,0-1 0,-1 1 0,1 0 0,0-1 0,0 1 0,-1 0 0,1-1 0,0 1 0,-1 0 0,1 0 0,0 0 0,-1-1 0,1 1 0,-1 0 0,1 0 0,0 0 0,-1 0 0,0-1 0,-18 7 0,-12 16 0,21-12 0,1 0 0,0 1 0,0 0 0,1 0 0,1 1 0,0 0 0,-6 15 0,-31 92 0,43-115 0,-19 66 0,3 1 0,4 0 0,2 1 0,4 1 0,3 115 0,4-157 0,2-1 0,0 0 0,2 1 0,2-2 0,0 1 0,2-1 0,1 0 0,2 0 0,19 39 0,-19-51 19,1-1 0,1-1-1,0 1 1,0-2 0,2 0 0,26 20-1,-19-17-516,-1 2-1,26 30 0,-39-39-6327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5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0 320 24575,'2'-10'0,"-1"0"0,2 1 0,-1-1 0,1 1 0,1-1 0,-1 1 0,8-12 0,11-32 0,-11 15 0,-2 9 0,-1 1 0,3-36 0,-5 44 0,-1 36 0,1 34 0,28 209 0,-19-138 0,-5-40 0,1 99 0,-8-128-1365,1-41-5461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5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24575,'13'0'0,"-1"2"0,0 0 0,0 0 0,0 1 0,0 1 0,-1 0 0,1 0 0,-1 1 0,14 9 0,-7-4 0,0 2 0,-1 0 0,0 1 0,24 24 0,-33-27 0,0 0 0,0 1 0,-1 0 0,-1 0 0,0 0 0,0 1 0,-1-1 0,0 2 0,-1-1 0,-1 0 0,0 1 0,2 21 0,-1 14 0,-2 0 0,-5 53 0,1-14 0,0-41 0,-1-1 0,-18 87 0,-37 84 0,49-185 0,-8 34-72,12-43-113,0 0 0,-1-1 1,-2 0-1,0 0 0,-1 0 1,-16 25-1,18-36-6641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6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17 163 24575,'-16'-53'0,"16"47"0,0 1 0,0-1 0,0 1 0,0-1 0,1 1 0,0-1 0,0 1 0,1-1 0,-1 1 0,1 0 0,1 0 0,-1-1 0,5-6 0,-6 10 0,1 0 0,-1 0 0,1 0 0,0 0 0,-1 1 0,1-1 0,0 1 0,0-1 0,0 1 0,0-1 0,0 1 0,1 0 0,-1 0 0,0 0 0,1 1 0,-1-1 0,0 0 0,1 1 0,-1-1 0,1 1 0,-1 0 0,1 0 0,-1 0 0,1 0 0,-1 0 0,0 1 0,1-1 0,-1 1 0,1 0 0,-1-1 0,0 1 0,5 2 0,-3 0 0,0 0 0,0 0 0,-1 1 0,1-1 0,-1 1 0,1 0 0,-1-1 0,-1 1 0,1 1 0,0-1 0,-1 0 0,0 1 0,0-1 0,0 1 0,-1 0 0,1-1 0,-1 1 0,0 5 0,4 14 0,-2-1 0,1 31 0,-4-35 0,0-1 0,-1 0 0,-1 1 0,-1-1 0,-1 0 0,-7 25 0,-3 1 0,3 0 0,1 1 0,3 1 0,1-1 0,3 1 0,4 85 0,0-126 0,0-1 0,0 0 0,0 0 0,1 0 0,0 0 0,-1 0 0,2 0 0,-1 0 0,0-1 0,1 1 0,-1-1 0,1 0 0,0 0 0,0 0 0,0 0 0,1 0 0,-1 0 0,1-1 0,-1 0 0,1 1 0,0-2 0,6 4 0,-5-3 0,1 0 0,0 0 0,-1 0 0,1-1 0,0 0 0,0 0 0,0 0 0,0-1 0,0 0 0,0 0 0,0-1 0,-1 1 0,1-1 0,0 0 0,0-1 0,5-2 0,-3-1-124,-1-1 0,0-1 0,-1 1 0,1-1 0,-1 0 0,-1-1-1,1 0 1,-1 1 0,-1-2 0,5-9 0,-4 7-6702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24575,'0'-3'0,"3"-1"0,1-3 0,-3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7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1392 24575,'10'-3'0,"0"1"0,0-1 0,0-1 0,-1 0 0,0 0 0,1-1 0,-2 0 0,1 0 0,-1-1 0,10-9 0,15-7 0,499-286-339,107-67-110,-584 339 388,226-154 165,-219 144 144,-3-4 1,74-77-1,-123 116-372,0 0 0,-2-1 0,1 0 0,-1 0 0,-1-1 0,0 0-1,-1 0 1,0-1 0,-1 0 0,6-27 0,-9 25-6702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49:3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24575,'4'1'0,"-1"1"0,0 0 0,0 1 0,0-1 0,0 1 0,0-1 0,0 1 0,-1 0 0,1 0 0,-1 0 0,0 0 0,0 0 0,3 7 0,0-2 0,530 672-1979,-374-491 1695,75 91 238,697 885-615,-751-888 885,-53-78 2522,-126-195-2941,-1 1 0,1-1 0,-1 1 0,0-1 0,0 1 0,2 7 0,-2 0-6631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50:0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24575,'1'11'0,"1"-1"0,0 1 0,1-1 0,0 1 0,1-1 0,0 0 0,1-1 0,0 1 0,10 14 0,17 38 0,26 81 0,27 76 0,-73-178 0,-1 0 0,-2 1 0,5 72 0,10 37 0,-24-151 0,0 1 0,1 0 0,-1-1 0,0 1 0,0 0 0,0-1 0,0 1 0,0 0 0,1-1 0,-1 1 0,-1 0 0,1-1 0,0 1 0,0 0 0,0 0 0,0-1 0,0 1 0,0 0 0,-1-1 0,1 1 0,0-1 0,-1 1 0,1 0 0,0-1 0,-1 1 0,1-1 0,-2 2 0,-14-7 0,-16-25 0,20 9 0,-18-43 0,21 42 0,-23-40 0,-14-26 0,60 138 0,17 16 0,-9-18 0,39 61 0,-53-96 0,-5-8 0,-1-1 0,1 0 0,0 0 0,0 0 0,0 0 0,1 0 0,-1-1 0,7 6 0,-9-9 0,0 1 0,-1-1 0,1 0 0,0 0 0,0 1 0,0-1 0,0 0 0,0 0 0,0 0 0,-1 0 0,1 0 0,0 0 0,0 0 0,0 0 0,0 0 0,0 0 0,0-1 0,-1 1 0,1 0 0,2-1 0,-1-1 0,0 1 0,1-1 0,-1 0 0,0 0 0,0 0 0,0 0 0,0 0 0,0-1 0,2-3 0,30-45 0,-11 19 0,0-2 0,-3-1 0,29-66 0,-24 51 0,-24 50 0,-1-1 0,0 0 0,1 0 0,-1 1 0,1-1 0,-1 1 0,1-1 0,0 1 0,-1-1 0,1 1 0,0-1 0,-1 1 0,1-1 0,0 1 0,-1 0 0,1-1 0,0 1 0,0 0 0,0 0 0,-1-1 0,1 1 0,1 0 0,-1 1 0,0-1 0,0 1 0,0 0 0,0 0 0,0 0 0,0 0 0,0 0 0,0-1 0,-1 2 0,1-1 0,0 0 0,-1 0 0,1 0 0,-1 0 0,1 0 0,-1 0 0,0 0 0,1 1 0,-1-1 0,0 0 0,0 2 0,3 12-33,-1 1 0,-1 0-1,-1 0 1,-1 18 0,0-7-1166,1-12-5627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51:43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24575,'0'1'0,"1"0"0,-1 0 0,1 0 0,0 0 0,-1 0 0,1 0 0,0 0 0,0 0 0,0 0 0,-1-1 0,1 1 0,0 0 0,0-1 0,0 1 0,0 0 0,0-1 0,0 1 0,0-1 0,1 0 0,-1 1 0,0-1 0,0 0 0,0 0 0,0 0 0,0 0 0,1 0 0,0 0 0,41 3 0,-38-3 0,535 1 0,-260-3 0,197-16 0,263 0 0,3153 19-1100,-3292-19 1100,-8 0 0,-388 17 0,72-2 0,307 37 0,-324 3-405,119 14 1371,-24-43-448,-214-10-497,-81-2-21,-1-2 0,102-24 0,-146 26 0,113-21 0,98-24 0,-72-3-1365,-143 48-5461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51:45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0 513 24575,'206'18'0,"259"0"0,296-5-789,294 37 789,-207-40 0,-498-13 0,-288 3 0,742-21 0,92-78 0,-558 63 0,-88 12 0,300-10-59,-249 16 563,-68 1-160,-127 12-344,226-6 0,-75 13 0,398-4 0,-238-26 0,-32 2 0,399-29 0,-416 3 0,211-17 0,94-12 0,-353 59 0,-125 2-1365,-179 20-5461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8:51:49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1 238 24575,'124'-10'0,"-70"4"0,13 2 0,0 2 0,96 11 0,134 33 0,-93-12 0,-63-14 0,171-2 0,1308-16 0,-864 3 0,-476-19 0,-12 0 0,1051 17 0,-629 3 0,-404-21 0,653 20 0,-764-19 0,-128 18 0,31 1 0,134-15 0,-174 9 0,58 3 0,-57 2 0,58-8 0,73-27 0,-114 23 0,-38 9 0,-1 0 0,1-2 0,-1 0 0,-1 0 0,1-2 0,-1 0 0,16-10 0,-23 13 0,1-1 0,-1 1 0,1 0 0,-1 1 0,1 0 0,0 1 0,13-2 0,38-10 0,5-29 0,-52 38 25,1 1 0,-1 1 1,1 0-1,24-1 0,-23 2-398,0 1 0,-1-2 1,31-9-1,-36 8-6453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8.png"/><Relationship Id="rId159" Type="http://schemas.openxmlformats.org/officeDocument/2006/relationships/customXml" Target="../ink/ink80.xml"/><Relationship Id="rId170" Type="http://schemas.openxmlformats.org/officeDocument/2006/relationships/image" Target="../media/image84.png"/><Relationship Id="rId191" Type="http://schemas.openxmlformats.org/officeDocument/2006/relationships/image" Target="../media/image94.png"/><Relationship Id="rId205" Type="http://schemas.openxmlformats.org/officeDocument/2006/relationships/image" Target="../media/image101.png"/><Relationship Id="rId107" Type="http://schemas.openxmlformats.org/officeDocument/2006/relationships/image" Target="../media/image53.png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3.png"/><Relationship Id="rId149" Type="http://schemas.openxmlformats.org/officeDocument/2006/relationships/customXml" Target="../ink/ink75.xml"/><Relationship Id="rId5" Type="http://schemas.openxmlformats.org/officeDocument/2006/relationships/customXml" Target="../ink/ink2.xml"/><Relationship Id="rId95" Type="http://schemas.openxmlformats.org/officeDocument/2006/relationships/image" Target="../media/image47.png"/><Relationship Id="rId160" Type="http://schemas.openxmlformats.org/officeDocument/2006/relationships/image" Target="../media/image79.png"/><Relationship Id="rId181" Type="http://schemas.openxmlformats.org/officeDocument/2006/relationships/image" Target="../media/image89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customXml" Target="../ink/ink59.xml"/><Relationship Id="rId139" Type="http://schemas.openxmlformats.org/officeDocument/2006/relationships/customXml" Target="../ink/ink70.xml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171" Type="http://schemas.openxmlformats.org/officeDocument/2006/relationships/customXml" Target="../ink/ink86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customXml" Target="../ink/ink54.xml"/><Relationship Id="rId129" Type="http://schemas.openxmlformats.org/officeDocument/2006/relationships/customXml" Target="../ink/ink65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customXml" Target="../ink/ink48.xml"/><Relationship Id="rId140" Type="http://schemas.openxmlformats.org/officeDocument/2006/relationships/image" Target="../media/image69.png"/><Relationship Id="rId161" Type="http://schemas.openxmlformats.org/officeDocument/2006/relationships/customXml" Target="../ink/ink81.xml"/><Relationship Id="rId182" Type="http://schemas.openxmlformats.org/officeDocument/2006/relationships/customXml" Target="../ink/ink92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119" Type="http://schemas.openxmlformats.org/officeDocument/2006/relationships/image" Target="../media/image59.png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4.png"/><Relationship Id="rId151" Type="http://schemas.openxmlformats.org/officeDocument/2006/relationships/customXml" Target="../ink/ink76.xml"/><Relationship Id="rId172" Type="http://schemas.openxmlformats.org/officeDocument/2006/relationships/image" Target="../media/image85.png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13" Type="http://schemas.openxmlformats.org/officeDocument/2006/relationships/customXml" Target="../ink/ink6.xml"/><Relationship Id="rId109" Type="http://schemas.openxmlformats.org/officeDocument/2006/relationships/image" Target="../media/image54.png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customXml" Target="../ink/ink71.xml"/><Relationship Id="rId7" Type="http://schemas.openxmlformats.org/officeDocument/2006/relationships/customXml" Target="../ink/ink3.xml"/><Relationship Id="rId162" Type="http://schemas.openxmlformats.org/officeDocument/2006/relationships/image" Target="../media/image80.png"/><Relationship Id="rId183" Type="http://schemas.openxmlformats.org/officeDocument/2006/relationships/image" Target="../media/image90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customXml" Target="../ink/ink55.xml"/><Relationship Id="rId131" Type="http://schemas.openxmlformats.org/officeDocument/2006/relationships/customXml" Target="../ink/ink66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52" Type="http://schemas.openxmlformats.org/officeDocument/2006/relationships/image" Target="../media/image75.png"/><Relationship Id="rId173" Type="http://schemas.openxmlformats.org/officeDocument/2006/relationships/customXml" Target="../ink/ink87.xml"/><Relationship Id="rId194" Type="http://schemas.openxmlformats.org/officeDocument/2006/relationships/customXml" Target="../ink/ink98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208" Type="http://schemas.openxmlformats.org/officeDocument/2006/relationships/customXml" Target="../ink/ink105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customXml" Target="../ink/ink74.xml"/><Relationship Id="rId168" Type="http://schemas.openxmlformats.org/officeDocument/2006/relationships/image" Target="../media/image83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image" Target="../media/image70.png"/><Relationship Id="rId163" Type="http://schemas.openxmlformats.org/officeDocument/2006/relationships/customXml" Target="../ink/ink82.xml"/><Relationship Id="rId184" Type="http://schemas.openxmlformats.org/officeDocument/2006/relationships/customXml" Target="../ink/ink93.xml"/><Relationship Id="rId189" Type="http://schemas.openxmlformats.org/officeDocument/2006/relationships/image" Target="../media/image93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customXml" Target="../ink/ink58.xml"/><Relationship Id="rId137" Type="http://schemas.openxmlformats.org/officeDocument/2006/relationships/customXml" Target="../ink/ink69.xml"/><Relationship Id="rId158" Type="http://schemas.openxmlformats.org/officeDocument/2006/relationships/image" Target="../media/image78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image" Target="../media/image55.png"/><Relationship Id="rId132" Type="http://schemas.openxmlformats.org/officeDocument/2006/relationships/image" Target="../media/image65.png"/><Relationship Id="rId153" Type="http://schemas.openxmlformats.org/officeDocument/2006/relationships/customXml" Target="../ink/ink77.xml"/><Relationship Id="rId174" Type="http://schemas.openxmlformats.org/officeDocument/2006/relationships/image" Target="../media/image86.png"/><Relationship Id="rId179" Type="http://schemas.openxmlformats.org/officeDocument/2006/relationships/image" Target="../media/image88.png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customXml" Target="../ink/ink72.xml"/><Relationship Id="rId148" Type="http://schemas.openxmlformats.org/officeDocument/2006/relationships/image" Target="../media/image73.png"/><Relationship Id="rId164" Type="http://schemas.openxmlformats.org/officeDocument/2006/relationships/image" Target="../media/image81.png"/><Relationship Id="rId169" Type="http://schemas.openxmlformats.org/officeDocument/2006/relationships/customXml" Target="../ink/ink85.xml"/><Relationship Id="rId185" Type="http://schemas.openxmlformats.org/officeDocument/2006/relationships/image" Target="../media/image91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customXml" Target="../ink/ink91.xml"/><Relationship Id="rId210" Type="http://schemas.openxmlformats.org/officeDocument/2006/relationships/customXml" Target="../ink/ink106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image" Target="../media/image76.png"/><Relationship Id="rId175" Type="http://schemas.openxmlformats.org/officeDocument/2006/relationships/customXml" Target="../ink/ink88.xml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image" Target="../media/image8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image" Target="../media/image71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customXml" Target="../ink/ink94.xml"/><Relationship Id="rId211" Type="http://schemas.openxmlformats.org/officeDocument/2006/relationships/image" Target="../media/image104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image" Target="../media/image56.png"/><Relationship Id="rId134" Type="http://schemas.openxmlformats.org/officeDocument/2006/relationships/image" Target="../media/image66.png"/><Relationship Id="rId80" Type="http://schemas.openxmlformats.org/officeDocument/2006/relationships/image" Target="../media/image40.png"/><Relationship Id="rId155" Type="http://schemas.openxmlformats.org/officeDocument/2006/relationships/customXml" Target="../ink/ink78.xml"/><Relationship Id="rId176" Type="http://schemas.openxmlformats.org/officeDocument/2006/relationships/image" Target="../media/image87.png"/><Relationship Id="rId197" Type="http://schemas.openxmlformats.org/officeDocument/2006/relationships/image" Target="../media/image97.png"/><Relationship Id="rId201" Type="http://schemas.openxmlformats.org/officeDocument/2006/relationships/image" Target="../media/image99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image" Target="../media/image35.png"/><Relationship Id="rId91" Type="http://schemas.openxmlformats.org/officeDocument/2006/relationships/image" Target="../media/image45.png"/><Relationship Id="rId145" Type="http://schemas.openxmlformats.org/officeDocument/2006/relationships/customXml" Target="../ink/ink73.xml"/><Relationship Id="rId166" Type="http://schemas.openxmlformats.org/officeDocument/2006/relationships/image" Target="../media/image82.png"/><Relationship Id="rId187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customXml" Target="../ink/ink57.xml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8.xml"/><Relationship Id="rId156" Type="http://schemas.openxmlformats.org/officeDocument/2006/relationships/image" Target="../media/image77.png"/><Relationship Id="rId177" Type="http://schemas.openxmlformats.org/officeDocument/2006/relationships/customXml" Target="../ink/ink89.xml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50" Type="http://schemas.openxmlformats.org/officeDocument/2006/relationships/image" Target="../media/image25.png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image" Target="../media/image72.png"/><Relationship Id="rId167" Type="http://schemas.openxmlformats.org/officeDocument/2006/relationships/customXml" Target="../ink/ink84.xml"/><Relationship Id="rId188" Type="http://schemas.openxmlformats.org/officeDocument/2006/relationships/customXml" Target="../ink/ink95.xml"/><Relationship Id="rId71" Type="http://schemas.openxmlformats.org/officeDocument/2006/relationships/customXml" Target="../ink/ink35.xml"/><Relationship Id="rId92" Type="http://schemas.openxmlformats.org/officeDocument/2006/relationships/customXml" Target="../ink/ink46.xml"/><Relationship Id="rId2" Type="http://schemas.openxmlformats.org/officeDocument/2006/relationships/image" Target="../media/image1.jpg"/><Relationship Id="rId29" Type="http://schemas.openxmlformats.org/officeDocument/2006/relationships/customXml" Target="../ink/ink14.xml"/><Relationship Id="rId40" Type="http://schemas.openxmlformats.org/officeDocument/2006/relationships/image" Target="../media/image20.png"/><Relationship Id="rId115" Type="http://schemas.openxmlformats.org/officeDocument/2006/relationships/image" Target="../media/image57.png"/><Relationship Id="rId136" Type="http://schemas.openxmlformats.org/officeDocument/2006/relationships/image" Target="../media/image67.png"/><Relationship Id="rId157" Type="http://schemas.openxmlformats.org/officeDocument/2006/relationships/customXml" Target="../ink/ink79.xml"/><Relationship Id="rId178" Type="http://schemas.openxmlformats.org/officeDocument/2006/relationships/customXml" Target="../ink/ink9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2" Type="http://schemas.openxmlformats.org/officeDocument/2006/relationships/customXml" Target="../ink/ink1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9.xml"/><Relationship Id="rId5" Type="http://schemas.openxmlformats.org/officeDocument/2006/relationships/image" Target="../media/image106.png"/><Relationship Id="rId4" Type="http://schemas.openxmlformats.org/officeDocument/2006/relationships/customXml" Target="../ink/ink10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Бинарный поиск по ответу</a:t>
            </a:r>
          </a:p>
          <a:p>
            <a:r>
              <a:rPr lang="ru-RU" dirty="0"/>
              <a:t>Массивы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изучить ограничения линейного поиска</a:t>
            </a:r>
          </a:p>
          <a:p>
            <a:r>
              <a:rPr lang="ru-RU" dirty="0"/>
              <a:t>осознать </a:t>
            </a:r>
            <a:r>
              <a:rPr lang="ru-RU" b="1" dirty="0"/>
              <a:t>идею бинарного поиска концептуально</a:t>
            </a:r>
          </a:p>
          <a:p>
            <a:r>
              <a:rPr lang="ru-RU" dirty="0"/>
              <a:t>понять классический бинарный поиск и его сложность</a:t>
            </a:r>
          </a:p>
          <a:p>
            <a:r>
              <a:rPr lang="ru-RU" dirty="0"/>
              <a:t>узнать об области применения бинарного поиска</a:t>
            </a:r>
          </a:p>
          <a:p>
            <a:r>
              <a:rPr lang="ru-RU" dirty="0"/>
              <a:t>научиться распознавать монотонность в задачах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96D1-159D-39EF-9CC2-40ED888F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82B6-57CE-70C1-3718-4DAB62C7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CBF1-4F65-7A90-2A79-43EA563D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def condition(value) -&gt; bool:</a:t>
            </a:r>
          </a:p>
          <a:p>
            <a:pPr algn="l" latinLnBrk="1">
              <a:buNone/>
            </a:pP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        pass</a:t>
            </a:r>
          </a:p>
          <a:p>
            <a:pPr algn="l" latinLnBrk="1">
              <a:buNone/>
            </a:pPr>
            <a:endParaRPr lang="en-US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left, right = min(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), max(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 </a:t>
            </a:r>
            <a:endParaRPr lang="ru-RU" b="0" i="0" dirty="0">
              <a:solidFill>
                <a:schemeClr val="accent3">
                  <a:lumMod val="75000"/>
                </a:schemeClr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while left &lt; right: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mid = left + (right - left) // 2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if condition(mid):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right = mid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else: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left = mid + 1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2"/>
                </a:solidFill>
                <a:effectLst/>
                <a:latin typeface="SFMono-Regular"/>
              </a:rPr>
              <a:t>return left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40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8673-2935-F7F9-8600-AF255F18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1669-C3DD-0D3A-F617-9C83BBB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1BFA-CAF7-37A4-E8B7-4214AA55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19247" cy="4525963"/>
          </a:xfrm>
        </p:spPr>
        <p:txBody>
          <a:bodyPr>
            <a:normAutofit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Надо правильно реализовать 3 части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:</a:t>
            </a:r>
            <a:endParaRPr lang="ru-RU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3"/>
                </a:solidFill>
                <a:latin typeface="SFMono-Regular"/>
              </a:rPr>
              <a:t>Границы (</a:t>
            </a:r>
            <a:r>
              <a:rPr lang="en-US" dirty="0">
                <a:solidFill>
                  <a:schemeClr val="accent3"/>
                </a:solidFill>
                <a:latin typeface="SFMono-Regular"/>
              </a:rPr>
              <a:t>left, right)</a:t>
            </a:r>
            <a:r>
              <a:rPr lang="en-US" dirty="0">
                <a:solidFill>
                  <a:srgbClr val="263238"/>
                </a:solidFill>
                <a:latin typeface="SFMono-Regular"/>
              </a:rPr>
              <a:t>. </a:t>
            </a:r>
            <a:r>
              <a:rPr lang="ru-RU" dirty="0">
                <a:solidFill>
                  <a:srgbClr val="263238"/>
                </a:solidFill>
                <a:latin typeface="SFMono-Regular"/>
              </a:rPr>
              <a:t>Должны включать </a:t>
            </a:r>
            <a:r>
              <a:rPr lang="ru-RU" b="1" dirty="0">
                <a:solidFill>
                  <a:srgbClr val="263238"/>
                </a:solidFill>
                <a:latin typeface="SFMono-Regular"/>
              </a:rPr>
              <a:t>все   возможные значения поиска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2"/>
                </a:solidFill>
              </a:rPr>
              <a:t>Возвращаемое значение </a:t>
            </a:r>
            <a:r>
              <a:rPr lang="ru-RU" dirty="0"/>
              <a:t>(</a:t>
            </a:r>
            <a:r>
              <a:rPr lang="en-US" dirty="0"/>
              <a:t>left, left-1)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выхода из цикла, </a:t>
            </a:r>
            <a:r>
              <a:rPr lang="en-US" b="1" dirty="0"/>
              <a:t>left – </a:t>
            </a:r>
            <a:r>
              <a:rPr lang="ru-RU" b="1" dirty="0"/>
              <a:t>это минимальный     элемент, удовлетворяющий условию 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4"/>
                </a:solidFill>
              </a:rPr>
              <a:t>Функция проверки условия</a:t>
            </a:r>
            <a:r>
              <a:rPr lang="ru-RU" dirty="0"/>
              <a:t>. Это самая         сложная часть – требует много практики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94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Обобщённая формулировка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Бинарный поиск – это про поиск в массиве. </a:t>
            </a:r>
            <a:r>
              <a:rPr lang="ru-RU" b="1" dirty="0"/>
              <a:t>Это совсем не так</a:t>
            </a:r>
            <a:r>
              <a:rPr lang="ru-RU" dirty="0"/>
              <a:t>. У него гораздо больше применений в задачах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Практически все задачи бинарного поиска можно привести к форме (даже неочевидные)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b="1" dirty="0"/>
              <a:t>Найти минимальное k, такое что</a:t>
            </a:r>
          </a:p>
          <a:p>
            <a:pPr marL="0" indent="0">
              <a:buNone/>
            </a:pPr>
            <a:r>
              <a:rPr lang="ru-RU" b="1" dirty="0"/>
              <a:t>condition(k) == True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Монотонность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Когда можно применить бинарный поиск?</a:t>
            </a:r>
          </a:p>
          <a:p>
            <a:r>
              <a:rPr lang="ru-RU" dirty="0"/>
              <a:t>Если есть монотонность — возможен бинарный поиск</a:t>
            </a:r>
          </a:p>
          <a:p>
            <a:r>
              <a:rPr dirty="0"/>
              <a:t>False, False, False, True, True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Именно поэтому очень важно научиться создавать верные функции-проверки для бинарного поиска. </a:t>
            </a:r>
            <a:r>
              <a:rPr lang="ru-RU" b="1" dirty="0"/>
              <a:t>Именно они создают монотонность</a:t>
            </a:r>
            <a:endParaRPr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 на собеседовании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Понять условие</a:t>
            </a:r>
          </a:p>
          <a:p>
            <a:r>
              <a:t>Придумать condition</a:t>
            </a:r>
          </a:p>
          <a:p>
            <a:r>
              <a:t>Определить границы</a:t>
            </a:r>
          </a:p>
          <a:p>
            <a:r>
              <a:t>Подтвердить решение</a:t>
            </a:r>
          </a:p>
          <a:p>
            <a:r>
              <a:t>Только потом код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непрерывный блок памяти</a:t>
            </a:r>
          </a:p>
          <a:p>
            <a:r>
              <a:rPr lang="ru-RU" dirty="0">
                <a:latin typeface="-apple-system"/>
              </a:rPr>
              <a:t>доступ по индексу за O(1)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4EB34-0676-423F-EF82-BBC8F84D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8371"/>
            <a:ext cx="9144000" cy="19594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EB600D-5A85-643B-3EFB-5E32DB82C294}"/>
                  </a:ext>
                </a:extLst>
              </p14:cNvPr>
              <p14:cNvContentPartPr/>
              <p14:nvPr/>
            </p14:nvContentPartPr>
            <p14:xfrm>
              <a:off x="920480" y="2067850"/>
              <a:ext cx="2368080" cy="65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EB600D-5A85-643B-3EFB-5E32DB82C2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360" y="2061730"/>
                <a:ext cx="238032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D653274-9E23-644A-40D3-2740EA12A510}"/>
              </a:ext>
            </a:extLst>
          </p:cNvPr>
          <p:cNvGrpSpPr/>
          <p:nvPr/>
        </p:nvGrpSpPr>
        <p:grpSpPr>
          <a:xfrm>
            <a:off x="3391160" y="2977930"/>
            <a:ext cx="607320" cy="303840"/>
            <a:chOff x="3391160" y="2977930"/>
            <a:chExt cx="60732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68ECFB-8ECF-CD27-2B63-49B12F106ACE}"/>
                    </a:ext>
                  </a:extLst>
                </p14:cNvPr>
                <p14:cNvContentPartPr/>
                <p14:nvPr/>
              </p14:nvContentPartPr>
              <p14:xfrm>
                <a:off x="3391160" y="2977930"/>
                <a:ext cx="44280" cy="12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68ECFB-8ECF-CD27-2B63-49B12F106A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85040" y="2971810"/>
                  <a:ext cx="56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57D2AA-8C43-A1E7-6DB7-B0B4AFD17D35}"/>
                    </a:ext>
                  </a:extLst>
                </p14:cNvPr>
                <p14:cNvContentPartPr/>
                <p14:nvPr/>
              </p14:nvContentPartPr>
              <p14:xfrm>
                <a:off x="3472880" y="3053890"/>
                <a:ext cx="38880" cy="227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57D2AA-8C43-A1E7-6DB7-B0B4AFD17D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6760" y="3047770"/>
                  <a:ext cx="51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E0A414-B3E1-5571-E568-AFE79E75AE0D}"/>
                    </a:ext>
                  </a:extLst>
                </p14:cNvPr>
                <p14:cNvContentPartPr/>
                <p14:nvPr/>
              </p14:nvContentPartPr>
              <p14:xfrm>
                <a:off x="3663680" y="3123730"/>
                <a:ext cx="89640" cy="56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E0A414-B3E1-5571-E568-AFE79E75AE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57560" y="3117610"/>
                  <a:ext cx="101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C147FC-4509-20B3-DBC8-C484EB32F4DF}"/>
                    </a:ext>
                  </a:extLst>
                </p14:cNvPr>
                <p14:cNvContentPartPr/>
                <p14:nvPr/>
              </p14:nvContentPartPr>
              <p14:xfrm>
                <a:off x="3682760" y="3092050"/>
                <a:ext cx="96120" cy="135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C147FC-4509-20B3-DBC8-C484EB32F4D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76640" y="3085930"/>
                  <a:ext cx="108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2AB4F8-71F8-F488-2E41-0ACEA4FB7B6B}"/>
                    </a:ext>
                  </a:extLst>
                </p14:cNvPr>
                <p14:cNvContentPartPr/>
                <p14:nvPr/>
              </p14:nvContentPartPr>
              <p14:xfrm>
                <a:off x="3835400" y="3053890"/>
                <a:ext cx="163080" cy="170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2AB4F8-71F8-F488-2E41-0ACEA4FB7B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9280" y="3047770"/>
                  <a:ext cx="1753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8FD3DC-8C6B-55F0-7400-7BC2DE8C484D}"/>
              </a:ext>
            </a:extLst>
          </p:cNvPr>
          <p:cNvGrpSpPr/>
          <p:nvPr/>
        </p:nvGrpSpPr>
        <p:grpSpPr>
          <a:xfrm>
            <a:off x="8115080" y="3999610"/>
            <a:ext cx="598680" cy="357840"/>
            <a:chOff x="8115080" y="3999610"/>
            <a:chExt cx="59868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4E68EC-32DA-6F32-E9A3-51E1F27DABA1}"/>
                    </a:ext>
                  </a:extLst>
                </p14:cNvPr>
                <p14:cNvContentPartPr/>
                <p14:nvPr/>
              </p14:nvContentPartPr>
              <p14:xfrm>
                <a:off x="8115080" y="4156570"/>
                <a:ext cx="64440" cy="173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4E68EC-32DA-6F32-E9A3-51E1F27DABA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08960" y="4150450"/>
                  <a:ext cx="76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563D11-4106-59C7-1A38-9150E88AB2A3}"/>
                    </a:ext>
                  </a:extLst>
                </p14:cNvPr>
                <p14:cNvContentPartPr/>
                <p14:nvPr/>
              </p14:nvContentPartPr>
              <p14:xfrm>
                <a:off x="8285360" y="4140010"/>
                <a:ext cx="77760" cy="217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563D11-4106-59C7-1A38-9150E88AB2A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79240" y="4133890"/>
                  <a:ext cx="90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00F635-A6D7-CA89-48D1-7DDCB58F3515}"/>
                    </a:ext>
                  </a:extLst>
                </p14:cNvPr>
                <p14:cNvContentPartPr/>
                <p14:nvPr/>
              </p14:nvContentPartPr>
              <p14:xfrm>
                <a:off x="8401280" y="3999610"/>
                <a:ext cx="312480" cy="33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00F635-A6D7-CA89-48D1-7DDCB58F35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95160" y="3993490"/>
                  <a:ext cx="3247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4CC783-CB3D-FE74-E79B-D0C327A716BC}"/>
                    </a:ext>
                  </a:extLst>
                </p14:cNvPr>
                <p14:cNvContentPartPr/>
                <p14:nvPr/>
              </p14:nvContentPartPr>
              <p14:xfrm>
                <a:off x="8286800" y="4254490"/>
                <a:ext cx="57600" cy="82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4CC783-CB3D-FE74-E79B-D0C327A716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80680" y="4248370"/>
                  <a:ext cx="6984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DBB4E7-13DE-3E2C-80FC-E064BA9D4BA9}"/>
              </a:ext>
            </a:extLst>
          </p:cNvPr>
          <p:cNvGrpSpPr/>
          <p:nvPr/>
        </p:nvGrpSpPr>
        <p:grpSpPr>
          <a:xfrm>
            <a:off x="2964920" y="5186170"/>
            <a:ext cx="3840840" cy="531720"/>
            <a:chOff x="2964920" y="5186170"/>
            <a:chExt cx="384084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D3EF98D-C6F3-B213-5219-E8089247C145}"/>
                    </a:ext>
                  </a:extLst>
                </p14:cNvPr>
                <p14:cNvContentPartPr/>
                <p14:nvPr/>
              </p14:nvContentPartPr>
              <p14:xfrm>
                <a:off x="2964920" y="5186170"/>
                <a:ext cx="862560" cy="23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D3EF98D-C6F3-B213-5219-E8089247C1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58800" y="5180050"/>
                  <a:ext cx="874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23BAC9-DC56-CA0B-1350-D1E3D46230F0}"/>
                    </a:ext>
                  </a:extLst>
                </p14:cNvPr>
                <p14:cNvContentPartPr/>
                <p14:nvPr/>
              </p14:nvContentPartPr>
              <p14:xfrm>
                <a:off x="3968600" y="5308210"/>
                <a:ext cx="753120" cy="192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23BAC9-DC56-CA0B-1350-D1E3D46230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62480" y="5302090"/>
                  <a:ext cx="765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A29C39A-159B-3BCE-1106-C1500E89A912}"/>
                    </a:ext>
                  </a:extLst>
                </p14:cNvPr>
                <p14:cNvContentPartPr/>
                <p14:nvPr/>
              </p14:nvContentPartPr>
              <p14:xfrm>
                <a:off x="5079560" y="5356090"/>
                <a:ext cx="831960" cy="188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A29C39A-159B-3BCE-1106-C1500E89A91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73440" y="5349970"/>
                  <a:ext cx="844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70406DD-1186-1DA6-CE77-CDFDA2D899F1}"/>
                    </a:ext>
                  </a:extLst>
                </p14:cNvPr>
                <p14:cNvContentPartPr/>
                <p14:nvPr/>
              </p14:nvContentPartPr>
              <p14:xfrm>
                <a:off x="6190880" y="5428810"/>
                <a:ext cx="614880" cy="28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70406DD-1186-1DA6-CE77-CDFDA2D899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84760" y="5422690"/>
                  <a:ext cx="6271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EB1CC-3592-2C3D-58F5-45A1F963FD1B}"/>
              </a:ext>
            </a:extLst>
          </p:cNvPr>
          <p:cNvGrpSpPr/>
          <p:nvPr/>
        </p:nvGrpSpPr>
        <p:grpSpPr>
          <a:xfrm>
            <a:off x="2535800" y="5273650"/>
            <a:ext cx="350280" cy="435960"/>
            <a:chOff x="2535800" y="5273650"/>
            <a:chExt cx="35028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78ED378-9C08-83FF-0B10-C9A4061C1F45}"/>
                    </a:ext>
                  </a:extLst>
                </p14:cNvPr>
                <p14:cNvContentPartPr/>
                <p14:nvPr/>
              </p14:nvContentPartPr>
              <p14:xfrm>
                <a:off x="2535800" y="5301730"/>
                <a:ext cx="271800" cy="40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78ED378-9C08-83FF-0B10-C9A4061C1F4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29680" y="5295610"/>
                  <a:ext cx="284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5DC5DF-26F8-4D95-B636-4E3CBB8E8DEA}"/>
                    </a:ext>
                  </a:extLst>
                </p14:cNvPr>
                <p14:cNvContentPartPr/>
                <p14:nvPr/>
              </p14:nvContentPartPr>
              <p14:xfrm>
                <a:off x="2666840" y="5273650"/>
                <a:ext cx="219240" cy="139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5DC5DF-26F8-4D95-B636-4E3CBB8E8DE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60720" y="5267530"/>
                  <a:ext cx="2314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8E0478-4AE6-0EFB-3DD7-611FE0076566}"/>
              </a:ext>
            </a:extLst>
          </p:cNvPr>
          <p:cNvGrpSpPr/>
          <p:nvPr/>
        </p:nvGrpSpPr>
        <p:grpSpPr>
          <a:xfrm>
            <a:off x="2140520" y="5772970"/>
            <a:ext cx="480240" cy="153360"/>
            <a:chOff x="2140520" y="5772970"/>
            <a:chExt cx="48024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29B87A-5161-0B57-F632-B83C3F178B96}"/>
                    </a:ext>
                  </a:extLst>
                </p14:cNvPr>
                <p14:cNvContentPartPr/>
                <p14:nvPr/>
              </p14:nvContentPartPr>
              <p14:xfrm>
                <a:off x="2140520" y="5772970"/>
                <a:ext cx="137160" cy="153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29B87A-5161-0B57-F632-B83C3F178B9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34400" y="5766850"/>
                  <a:ext cx="149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E9F135-004F-89BE-40F3-888D58E24AD8}"/>
                    </a:ext>
                  </a:extLst>
                </p14:cNvPr>
                <p14:cNvContentPartPr/>
                <p14:nvPr/>
              </p14:nvContentPartPr>
              <p14:xfrm>
                <a:off x="2353640" y="5803570"/>
                <a:ext cx="102240" cy="112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E9F135-004F-89BE-40F3-888D58E24AD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47520" y="5797450"/>
                  <a:ext cx="114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630F8E-08BB-8365-E724-9ACDBF3115C7}"/>
                    </a:ext>
                  </a:extLst>
                </p14:cNvPr>
                <p14:cNvContentPartPr/>
                <p14:nvPr/>
              </p14:nvContentPartPr>
              <p14:xfrm>
                <a:off x="2508080" y="5778370"/>
                <a:ext cx="112680" cy="113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630F8E-08BB-8365-E724-9ACDBF3115C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01960" y="5772250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3255C4E-39D6-85C1-EE4F-0FFCE42139CF}"/>
                  </a:ext>
                </a:extLst>
              </p14:cNvPr>
              <p14:cNvContentPartPr/>
              <p14:nvPr/>
            </p14:nvContentPartPr>
            <p14:xfrm>
              <a:off x="2112440" y="6092290"/>
              <a:ext cx="148320" cy="1458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3255C4E-39D6-85C1-EE4F-0FFCE42139C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06320" y="6086170"/>
                <a:ext cx="16056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777D50B-4A16-1989-723C-B057D7015EE2}"/>
              </a:ext>
            </a:extLst>
          </p:cNvPr>
          <p:cNvGrpSpPr/>
          <p:nvPr/>
        </p:nvGrpSpPr>
        <p:grpSpPr>
          <a:xfrm>
            <a:off x="2824520" y="5669290"/>
            <a:ext cx="1032480" cy="578160"/>
            <a:chOff x="2824520" y="5669290"/>
            <a:chExt cx="103248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02CB37-5CE4-BD66-23F5-A10130D8F9A5}"/>
                    </a:ext>
                  </a:extLst>
                </p14:cNvPr>
                <p14:cNvContentPartPr/>
                <p14:nvPr/>
              </p14:nvContentPartPr>
              <p14:xfrm>
                <a:off x="2824520" y="6091210"/>
                <a:ext cx="90360" cy="94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02CB37-5CE4-BD66-23F5-A10130D8F9A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18400" y="6085090"/>
                  <a:ext cx="102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8BF509-9C92-3E70-D870-F1322D27713F}"/>
                    </a:ext>
                  </a:extLst>
                </p14:cNvPr>
                <p14:cNvContentPartPr/>
                <p14:nvPr/>
              </p14:nvContentPartPr>
              <p14:xfrm>
                <a:off x="2990480" y="6146290"/>
                <a:ext cx="63000" cy="1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8BF509-9C92-3E70-D870-F1322D2771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84360" y="6140170"/>
                  <a:ext cx="75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88DFE8B-6045-E430-6F84-A5D00F007B79}"/>
                    </a:ext>
                  </a:extLst>
                </p14:cNvPr>
                <p14:cNvContentPartPr/>
                <p14:nvPr/>
              </p14:nvContentPartPr>
              <p14:xfrm>
                <a:off x="3022520" y="6114610"/>
                <a:ext cx="360" cy="69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88DFE8B-6045-E430-6F84-A5D00F007B7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16400" y="6108490"/>
                  <a:ext cx="12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E57260-C5FF-F36F-486E-EA9B51DCCF27}"/>
                    </a:ext>
                  </a:extLst>
                </p14:cNvPr>
                <p14:cNvContentPartPr/>
                <p14:nvPr/>
              </p14:nvContentPartPr>
              <p14:xfrm>
                <a:off x="3110000" y="6089410"/>
                <a:ext cx="31680" cy="102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E57260-C5FF-F36F-486E-EA9B51DCCF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03880" y="6083290"/>
                  <a:ext cx="43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CC0B8D-20CF-70F5-371E-1C5905129358}"/>
                    </a:ext>
                  </a:extLst>
                </p14:cNvPr>
                <p14:cNvContentPartPr/>
                <p14:nvPr/>
              </p14:nvContentPartPr>
              <p14:xfrm>
                <a:off x="3169760" y="6108130"/>
                <a:ext cx="24480" cy="139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CC0B8D-20CF-70F5-371E-1C59051293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63640" y="6102010"/>
                  <a:ext cx="36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0E2296-2B04-82D2-9247-4BD45856D796}"/>
                    </a:ext>
                  </a:extLst>
                </p14:cNvPr>
                <p14:cNvContentPartPr/>
                <p14:nvPr/>
              </p14:nvContentPartPr>
              <p14:xfrm>
                <a:off x="3130160" y="6203530"/>
                <a:ext cx="5004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0E2296-2B04-82D2-9247-4BD45856D7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24040" y="6197410"/>
                  <a:ext cx="62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DA1B23-8E84-E07B-4772-3B9CA1AC5B62}"/>
                    </a:ext>
                  </a:extLst>
                </p14:cNvPr>
                <p14:cNvContentPartPr/>
                <p14:nvPr/>
              </p14:nvContentPartPr>
              <p14:xfrm>
                <a:off x="3314480" y="5669290"/>
                <a:ext cx="542520" cy="471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DA1B23-8E84-E07B-4772-3B9CA1AC5B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08360" y="5663170"/>
                  <a:ext cx="554760" cy="48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33BFE4-11BB-4378-0D94-C6049461E7A6}"/>
                  </a:ext>
                </a:extLst>
              </p14:cNvPr>
              <p14:cNvContentPartPr/>
              <p14:nvPr/>
            </p14:nvContentPartPr>
            <p14:xfrm>
              <a:off x="5007920" y="3318850"/>
              <a:ext cx="897840" cy="524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33BFE4-11BB-4378-0D94-C6049461E7A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001800" y="3312730"/>
                <a:ext cx="91008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624B8BD-0FA2-AA41-4A62-D2407684100E}"/>
                  </a:ext>
                </a:extLst>
              </p14:cNvPr>
              <p14:cNvContentPartPr/>
              <p14:nvPr/>
            </p14:nvContentPartPr>
            <p14:xfrm>
              <a:off x="5232200" y="5860810"/>
              <a:ext cx="12960" cy="6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624B8BD-0FA2-AA41-4A62-D2407684100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226080" y="5854690"/>
                <a:ext cx="252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B955A2C-91E5-A3A9-28A6-EF72A5FFB3E1}"/>
                  </a:ext>
                </a:extLst>
              </p14:cNvPr>
              <p14:cNvContentPartPr/>
              <p14:nvPr/>
            </p14:nvContentPartPr>
            <p14:xfrm>
              <a:off x="5505080" y="5866930"/>
              <a:ext cx="45000" cy="248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B955A2C-91E5-A3A9-28A6-EF72A5FFB3E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98960" y="5860810"/>
                <a:ext cx="572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4838559-04A7-D54D-CCC5-74EB36B39FE2}"/>
                  </a:ext>
                </a:extLst>
              </p14:cNvPr>
              <p14:cNvContentPartPr/>
              <p14:nvPr/>
            </p14:nvContentPartPr>
            <p14:xfrm>
              <a:off x="926600" y="2629090"/>
              <a:ext cx="4464360" cy="95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4838559-04A7-D54D-CCC5-74EB36B39FE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20480" y="2622970"/>
                <a:ext cx="44766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B2163281-3F24-1F9B-7CDB-BDCF6E40BBF5}"/>
              </a:ext>
            </a:extLst>
          </p:cNvPr>
          <p:cNvGrpSpPr/>
          <p:nvPr/>
        </p:nvGrpSpPr>
        <p:grpSpPr>
          <a:xfrm>
            <a:off x="3168320" y="4463650"/>
            <a:ext cx="349200" cy="179640"/>
            <a:chOff x="3168320" y="4463650"/>
            <a:chExt cx="34920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ABC4D40-9A0B-D142-D5C7-ED9670CD5892}"/>
                    </a:ext>
                  </a:extLst>
                </p14:cNvPr>
                <p14:cNvContentPartPr/>
                <p14:nvPr/>
              </p14:nvContentPartPr>
              <p14:xfrm>
                <a:off x="3174800" y="4539970"/>
                <a:ext cx="360" cy="82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ABC4D40-9A0B-D142-D5C7-ED9670CD589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68680" y="4533850"/>
                  <a:ext cx="12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5940BD-9D43-7F5D-79DF-0F19988ABCFB}"/>
                    </a:ext>
                  </a:extLst>
                </p14:cNvPr>
                <p14:cNvContentPartPr/>
                <p14:nvPr/>
              </p14:nvContentPartPr>
              <p14:xfrm>
                <a:off x="3168320" y="4514410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5940BD-9D43-7F5D-79DF-0F19988ABC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162200" y="45082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B049D9-04E7-E35D-BA65-5127049A35C4}"/>
                    </a:ext>
                  </a:extLst>
                </p14:cNvPr>
                <p14:cNvContentPartPr/>
                <p14:nvPr/>
              </p14:nvContentPartPr>
              <p14:xfrm>
                <a:off x="3238160" y="4513690"/>
                <a:ext cx="103680" cy="82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B049D9-04E7-E35D-BA65-5127049A35C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32040" y="4507570"/>
                  <a:ext cx="115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946D09-BA97-55E5-E89C-DEFCBC4D807A}"/>
                    </a:ext>
                  </a:extLst>
                </p14:cNvPr>
                <p14:cNvContentPartPr/>
                <p14:nvPr/>
              </p14:nvContentPartPr>
              <p14:xfrm>
                <a:off x="3416000" y="4463650"/>
                <a:ext cx="64080" cy="179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946D09-BA97-55E5-E89C-DEFCBC4D80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09880" y="4457530"/>
                  <a:ext cx="76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165A7E7-F629-A25D-7E72-64890117484E}"/>
                    </a:ext>
                  </a:extLst>
                </p14:cNvPr>
                <p14:cNvContentPartPr/>
                <p14:nvPr/>
              </p14:nvContentPartPr>
              <p14:xfrm>
                <a:off x="3390440" y="4546090"/>
                <a:ext cx="127080" cy="6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165A7E7-F629-A25D-7E72-64890117484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84320" y="4539970"/>
                  <a:ext cx="1393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A870297-8A51-76E4-6343-46B8A243BD68}"/>
              </a:ext>
            </a:extLst>
          </p:cNvPr>
          <p:cNvGrpSpPr/>
          <p:nvPr/>
        </p:nvGrpSpPr>
        <p:grpSpPr>
          <a:xfrm>
            <a:off x="4172720" y="4463650"/>
            <a:ext cx="392400" cy="128520"/>
            <a:chOff x="4172720" y="4463650"/>
            <a:chExt cx="39240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1613B0F-FD7A-232C-A332-921B2B16B3E8}"/>
                    </a:ext>
                  </a:extLst>
                </p14:cNvPr>
                <p14:cNvContentPartPr/>
                <p14:nvPr/>
              </p14:nvContentPartPr>
              <p14:xfrm>
                <a:off x="4172720" y="4468690"/>
                <a:ext cx="75600" cy="123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1613B0F-FD7A-232C-A332-921B2B16B3E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166600" y="4462570"/>
                  <a:ext cx="87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C22A47-0BA9-208C-4371-210F74B19F39}"/>
                    </a:ext>
                  </a:extLst>
                </p14:cNvPr>
                <p14:cNvContentPartPr/>
                <p14:nvPr/>
              </p14:nvContentPartPr>
              <p14:xfrm>
                <a:off x="4310240" y="4463650"/>
                <a:ext cx="39240" cy="128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C22A47-0BA9-208C-4371-210F74B19F3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04120" y="4457530"/>
                  <a:ext cx="51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9AE460-B2EA-893D-3354-D6A814CC9A51}"/>
                    </a:ext>
                  </a:extLst>
                </p14:cNvPr>
                <p14:cNvContentPartPr/>
                <p14:nvPr/>
              </p14:nvContentPartPr>
              <p14:xfrm>
                <a:off x="4279640" y="4537450"/>
                <a:ext cx="126720" cy="3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9AE460-B2EA-893D-3354-D6A814CC9A5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73520" y="4531330"/>
                  <a:ext cx="1389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857C94-33DB-A625-5532-016D57F6191D}"/>
                    </a:ext>
                  </a:extLst>
                </p14:cNvPr>
                <p14:cNvContentPartPr/>
                <p14:nvPr/>
              </p14:nvContentPartPr>
              <p14:xfrm>
                <a:off x="4437320" y="4489930"/>
                <a:ext cx="127800" cy="88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857C94-33DB-A625-5532-016D57F619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31200" y="4483810"/>
                  <a:ext cx="1400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DCDA4CF-5CFC-0A1D-E3E4-885699320131}"/>
              </a:ext>
            </a:extLst>
          </p:cNvPr>
          <p:cNvGrpSpPr/>
          <p:nvPr/>
        </p:nvGrpSpPr>
        <p:grpSpPr>
          <a:xfrm>
            <a:off x="5277200" y="4438450"/>
            <a:ext cx="311040" cy="217440"/>
            <a:chOff x="5277200" y="4438450"/>
            <a:chExt cx="31104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594E190-E19E-3646-E06F-913B52E70AF3}"/>
                    </a:ext>
                  </a:extLst>
                </p14:cNvPr>
                <p14:cNvContentPartPr/>
                <p14:nvPr/>
              </p14:nvContentPartPr>
              <p14:xfrm>
                <a:off x="5277200" y="4521250"/>
                <a:ext cx="91440" cy="90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594E190-E19E-3646-E06F-913B52E70AF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71080" y="4515130"/>
                  <a:ext cx="103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5BEA8CC-B206-7CBF-2FAE-6A20429B7427}"/>
                    </a:ext>
                  </a:extLst>
                </p14:cNvPr>
                <p14:cNvContentPartPr/>
                <p14:nvPr/>
              </p14:nvContentPartPr>
              <p14:xfrm>
                <a:off x="5412200" y="4482730"/>
                <a:ext cx="61920" cy="155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5BEA8CC-B206-7CBF-2FAE-6A20429B742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406080" y="4476610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3D51EA-7E65-292F-109F-ACD429B9601B}"/>
                    </a:ext>
                  </a:extLst>
                </p14:cNvPr>
                <p14:cNvContentPartPr/>
                <p14:nvPr/>
              </p14:nvContentPartPr>
              <p14:xfrm>
                <a:off x="5441000" y="4514410"/>
                <a:ext cx="122040" cy="141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3D51EA-7E65-292F-109F-ACD429B960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34880" y="4508290"/>
                  <a:ext cx="134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063542-5FF3-B7A7-A8BA-317756535479}"/>
                    </a:ext>
                  </a:extLst>
                </p14:cNvPr>
                <p14:cNvContentPartPr/>
                <p14:nvPr/>
              </p14:nvContentPartPr>
              <p14:xfrm>
                <a:off x="5587880" y="4438450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063542-5FF3-B7A7-A8BA-31775653547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1760" y="44323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09D7F08-DB06-B3E9-F3F8-5D08AFF04C13}"/>
              </a:ext>
            </a:extLst>
          </p:cNvPr>
          <p:cNvGrpSpPr/>
          <p:nvPr/>
        </p:nvGrpSpPr>
        <p:grpSpPr>
          <a:xfrm>
            <a:off x="6381680" y="4463650"/>
            <a:ext cx="397080" cy="131040"/>
            <a:chOff x="6381680" y="4463650"/>
            <a:chExt cx="39708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CB65C6-4BEB-450A-2389-31FA9E4E3495}"/>
                    </a:ext>
                  </a:extLst>
                </p14:cNvPr>
                <p14:cNvContentPartPr/>
                <p14:nvPr/>
              </p14:nvContentPartPr>
              <p14:xfrm>
                <a:off x="6381680" y="4470130"/>
                <a:ext cx="38880" cy="123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CB65C6-4BEB-450A-2389-31FA9E4E34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5560" y="4464010"/>
                  <a:ext cx="51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8196154-0620-0646-1E90-2E362B2A7606}"/>
                    </a:ext>
                  </a:extLst>
                </p14:cNvPr>
                <p14:cNvContentPartPr/>
                <p14:nvPr/>
              </p14:nvContentPartPr>
              <p14:xfrm>
                <a:off x="6479960" y="4522330"/>
                <a:ext cx="60480" cy="56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8196154-0620-0646-1E90-2E362B2A76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73840" y="4516210"/>
                  <a:ext cx="72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9301B65-99E9-1F39-C1FE-0BDA62F7F248}"/>
                    </a:ext>
                  </a:extLst>
                </p14:cNvPr>
                <p14:cNvContentPartPr/>
                <p14:nvPr/>
              </p14:nvContentPartPr>
              <p14:xfrm>
                <a:off x="6558080" y="4527010"/>
                <a:ext cx="54360" cy="50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9301B65-99E9-1F39-C1FE-0BDA62F7F2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51960" y="4520890"/>
                  <a:ext cx="66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11EED7-9FBF-5806-5848-D27153AD3EEA}"/>
                    </a:ext>
                  </a:extLst>
                </p14:cNvPr>
                <p14:cNvContentPartPr/>
                <p14:nvPr/>
              </p14:nvContentPartPr>
              <p14:xfrm>
                <a:off x="6627560" y="4495690"/>
                <a:ext cx="41040" cy="9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11EED7-9FBF-5806-5848-D27153AD3E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21440" y="4489570"/>
                  <a:ext cx="53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8D26A4C-0016-AA0C-CAC4-0EE697B7AAEE}"/>
                    </a:ext>
                  </a:extLst>
                </p14:cNvPr>
                <p14:cNvContentPartPr/>
                <p14:nvPr/>
              </p14:nvContentPartPr>
              <p14:xfrm>
                <a:off x="6681200" y="4463650"/>
                <a:ext cx="52920" cy="110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8D26A4C-0016-AA0C-CAC4-0EE697B7AA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75080" y="4457530"/>
                  <a:ext cx="65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EE82AE-C69B-8F06-947E-FB5A1B84DB6B}"/>
                    </a:ext>
                  </a:extLst>
                </p14:cNvPr>
                <p14:cNvContentPartPr/>
                <p14:nvPr/>
              </p14:nvContentPartPr>
              <p14:xfrm>
                <a:off x="6734480" y="4506490"/>
                <a:ext cx="44280" cy="6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EE82AE-C69B-8F06-947E-FB5A1B84DB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28360" y="4500370"/>
                  <a:ext cx="565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5ECCF7A-0A80-DDFD-5B00-87E33C0B550A}"/>
              </a:ext>
            </a:extLst>
          </p:cNvPr>
          <p:cNvGrpSpPr/>
          <p:nvPr/>
        </p:nvGrpSpPr>
        <p:grpSpPr>
          <a:xfrm>
            <a:off x="2977880" y="1240210"/>
            <a:ext cx="1542600" cy="437760"/>
            <a:chOff x="2977880" y="1240210"/>
            <a:chExt cx="154260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1C6923-289F-614F-984C-84DEA82AADAA}"/>
                    </a:ext>
                  </a:extLst>
                </p14:cNvPr>
                <p14:cNvContentPartPr/>
                <p14:nvPr/>
              </p14:nvContentPartPr>
              <p14:xfrm>
                <a:off x="3085880" y="1303930"/>
                <a:ext cx="57960" cy="18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1C6923-289F-614F-984C-84DEA82AAD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79760" y="1297810"/>
                  <a:ext cx="70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3096C82-B75C-105C-BE0E-CF9BD2A0C8F3}"/>
                    </a:ext>
                  </a:extLst>
                </p14:cNvPr>
                <p14:cNvContentPartPr/>
                <p14:nvPr/>
              </p14:nvContentPartPr>
              <p14:xfrm>
                <a:off x="3192440" y="1240210"/>
                <a:ext cx="324720" cy="246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3096C82-B75C-105C-BE0E-CF9BD2A0C8F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86320" y="1234090"/>
                  <a:ext cx="336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011FBDD-4562-7328-FE33-F2F40B23F337}"/>
                    </a:ext>
                  </a:extLst>
                </p14:cNvPr>
                <p14:cNvContentPartPr/>
                <p14:nvPr/>
              </p14:nvContentPartPr>
              <p14:xfrm>
                <a:off x="3479720" y="1339210"/>
                <a:ext cx="94680" cy="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011FBDD-4562-7328-FE33-F2F40B23F33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73600" y="1333090"/>
                  <a:ext cx="106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B498A6-5740-10C7-475A-217CB8F13718}"/>
                    </a:ext>
                  </a:extLst>
                </p14:cNvPr>
                <p14:cNvContentPartPr/>
                <p14:nvPr/>
              </p14:nvContentPartPr>
              <p14:xfrm>
                <a:off x="3435080" y="1429570"/>
                <a:ext cx="134280" cy="24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B498A6-5740-10C7-475A-217CB8F137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28960" y="1423450"/>
                  <a:ext cx="146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F900E5-C574-068A-4768-1498FC6CDB39}"/>
                    </a:ext>
                  </a:extLst>
                </p14:cNvPr>
                <p14:cNvContentPartPr/>
                <p14:nvPr/>
              </p14:nvContentPartPr>
              <p14:xfrm>
                <a:off x="3644600" y="1321930"/>
                <a:ext cx="186480" cy="163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F900E5-C574-068A-4768-1498FC6CDB3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8480" y="1315810"/>
                  <a:ext cx="198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E5726B-A15B-803E-E0BF-3DEB3168C782}"/>
                    </a:ext>
                  </a:extLst>
                </p14:cNvPr>
                <p14:cNvContentPartPr/>
                <p14:nvPr/>
              </p14:nvContentPartPr>
              <p14:xfrm>
                <a:off x="3744680" y="1308250"/>
                <a:ext cx="262440" cy="369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E5726B-A15B-803E-E0BF-3DEB3168C78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38560" y="1302130"/>
                  <a:ext cx="2746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19646F-B35E-6BB3-DE6C-B9776B99D607}"/>
                    </a:ext>
                  </a:extLst>
                </p14:cNvPr>
                <p14:cNvContentPartPr/>
                <p14:nvPr/>
              </p14:nvContentPartPr>
              <p14:xfrm>
                <a:off x="3969320" y="1320490"/>
                <a:ext cx="95040" cy="266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19646F-B35E-6BB3-DE6C-B9776B99D60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63200" y="1314370"/>
                  <a:ext cx="107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1613742-D142-980A-CF36-47A6750CCD52}"/>
                    </a:ext>
                  </a:extLst>
                </p14:cNvPr>
                <p14:cNvContentPartPr/>
                <p14:nvPr/>
              </p14:nvContentPartPr>
              <p14:xfrm>
                <a:off x="4013960" y="1314010"/>
                <a:ext cx="105840" cy="134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1613742-D142-980A-CF36-47A6750CCD5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07840" y="1307890"/>
                  <a:ext cx="118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E3B057-4CC7-EFA7-AADA-9999E5161889}"/>
                    </a:ext>
                  </a:extLst>
                </p14:cNvPr>
                <p14:cNvContentPartPr/>
                <p14:nvPr/>
              </p14:nvContentPartPr>
              <p14:xfrm>
                <a:off x="4159040" y="1316170"/>
                <a:ext cx="63720" cy="168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E3B057-4CC7-EFA7-AADA-9999E51618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52920" y="1310050"/>
                  <a:ext cx="75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5FC016C-E239-D3D0-C798-EA854FC20C4B}"/>
                    </a:ext>
                  </a:extLst>
                </p14:cNvPr>
                <p14:cNvContentPartPr/>
                <p14:nvPr/>
              </p14:nvContentPartPr>
              <p14:xfrm>
                <a:off x="4279640" y="1302130"/>
                <a:ext cx="10800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5FC016C-E239-D3D0-C798-EA854FC20C4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73520" y="1296010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B96C1A-DA36-B2FF-A15C-32EA4DDC3A08}"/>
                    </a:ext>
                  </a:extLst>
                </p14:cNvPr>
                <p14:cNvContentPartPr/>
                <p14:nvPr/>
              </p14:nvContentPartPr>
              <p14:xfrm>
                <a:off x="2977880" y="1554490"/>
                <a:ext cx="1542600" cy="78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B96C1A-DA36-B2FF-A15C-32EA4DDC3A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71760" y="1548370"/>
                  <a:ext cx="15548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60401FE-12AD-6F9F-50BA-4DC14ECEAF31}"/>
              </a:ext>
            </a:extLst>
          </p:cNvPr>
          <p:cNvGrpSpPr/>
          <p:nvPr/>
        </p:nvGrpSpPr>
        <p:grpSpPr>
          <a:xfrm>
            <a:off x="685400" y="2850850"/>
            <a:ext cx="1265760" cy="541800"/>
            <a:chOff x="685400" y="2850850"/>
            <a:chExt cx="126576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ECD3E45-8A43-4534-BE33-BBD1E4B20862}"/>
                    </a:ext>
                  </a:extLst>
                </p14:cNvPr>
                <p14:cNvContentPartPr/>
                <p14:nvPr/>
              </p14:nvContentPartPr>
              <p14:xfrm>
                <a:off x="781160" y="2958850"/>
                <a:ext cx="31680" cy="101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ECD3E45-8A43-4534-BE33-BBD1E4B2086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5040" y="2952730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394B4E-0854-44F6-3B81-19EB93C79E32}"/>
                    </a:ext>
                  </a:extLst>
                </p14:cNvPr>
                <p14:cNvContentPartPr/>
                <p14:nvPr/>
              </p14:nvContentPartPr>
              <p14:xfrm>
                <a:off x="818960" y="2850850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394B4E-0854-44F6-3B81-19EB93C79E3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2840" y="28447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56712B-B817-6D02-19A9-15B9CFA0C535}"/>
                    </a:ext>
                  </a:extLst>
                </p14:cNvPr>
                <p14:cNvContentPartPr/>
                <p14:nvPr/>
              </p14:nvContentPartPr>
              <p14:xfrm>
                <a:off x="891320" y="2914210"/>
                <a:ext cx="144720" cy="154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56712B-B817-6D02-19A9-15B9CFA0C53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5200" y="2908090"/>
                  <a:ext cx="156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E19585-8A22-6FED-D476-B99D58705DFE}"/>
                    </a:ext>
                  </a:extLst>
                </p14:cNvPr>
                <p14:cNvContentPartPr/>
                <p14:nvPr/>
              </p14:nvContentPartPr>
              <p14:xfrm>
                <a:off x="1134320" y="2882530"/>
                <a:ext cx="51840" cy="234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E19585-8A22-6FED-D476-B99D58705D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28200" y="2876410"/>
                  <a:ext cx="64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C56F72-D2F8-6865-3733-56CE262684A2}"/>
                    </a:ext>
                  </a:extLst>
                </p14:cNvPr>
                <p14:cNvContentPartPr/>
                <p14:nvPr/>
              </p14:nvContentPartPr>
              <p14:xfrm>
                <a:off x="1117400" y="2997010"/>
                <a:ext cx="102240" cy="15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C56F72-D2F8-6865-3733-56CE262684A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1280" y="2990890"/>
                  <a:ext cx="11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159C36-B0DD-D907-8196-5A6B54CD05B7}"/>
                    </a:ext>
                  </a:extLst>
                </p14:cNvPr>
                <p14:cNvContentPartPr/>
                <p14:nvPr/>
              </p14:nvContentPartPr>
              <p14:xfrm>
                <a:off x="1344560" y="2914210"/>
                <a:ext cx="45360" cy="13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159C36-B0DD-D907-8196-5A6B54CD05B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38440" y="2908090"/>
                  <a:ext cx="57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B698BB3-A47E-D3F8-8EBE-6A41E30BE35C}"/>
                    </a:ext>
                  </a:extLst>
                </p14:cNvPr>
                <p14:cNvContentPartPr/>
                <p14:nvPr/>
              </p14:nvContentPartPr>
              <p14:xfrm>
                <a:off x="1307840" y="3022210"/>
                <a:ext cx="8208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B698BB3-A47E-D3F8-8EBE-6A41E30BE35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01720" y="3016090"/>
                  <a:ext cx="94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31D002-CBE2-94B2-2CE9-17D1ABA59C88}"/>
                    </a:ext>
                  </a:extLst>
                </p14:cNvPr>
                <p14:cNvContentPartPr/>
                <p14:nvPr/>
              </p14:nvContentPartPr>
              <p14:xfrm>
                <a:off x="1478480" y="2927170"/>
                <a:ext cx="64080" cy="10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31D002-CBE2-94B2-2CE9-17D1ABA59C8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72360" y="2921050"/>
                  <a:ext cx="76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B0DB2C-8DC2-0FE7-AFE8-79577E4F6D9E}"/>
                    </a:ext>
                  </a:extLst>
                </p14:cNvPr>
                <p14:cNvContentPartPr/>
                <p14:nvPr/>
              </p14:nvContentPartPr>
              <p14:xfrm>
                <a:off x="1563080" y="2952370"/>
                <a:ext cx="24480" cy="177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B0DB2C-8DC2-0FE7-AFE8-79577E4F6D9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556960" y="2946250"/>
                  <a:ext cx="36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45D5A7-56E1-5F9E-A4F9-5E16063A8647}"/>
                    </a:ext>
                  </a:extLst>
                </p14:cNvPr>
                <p14:cNvContentPartPr/>
                <p14:nvPr/>
              </p14:nvContentPartPr>
              <p14:xfrm>
                <a:off x="1686560" y="2860570"/>
                <a:ext cx="231480" cy="26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45D5A7-56E1-5F9E-A4F9-5E16063A86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680440" y="2854450"/>
                  <a:ext cx="2437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76CA6DD-1041-CEEA-2E90-7B5E9472A7D0}"/>
                    </a:ext>
                  </a:extLst>
                </p14:cNvPr>
                <p14:cNvContentPartPr/>
                <p14:nvPr/>
              </p14:nvContentPartPr>
              <p14:xfrm>
                <a:off x="685400" y="3180610"/>
                <a:ext cx="1117080" cy="64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76CA6DD-1041-CEEA-2E90-7B5E9472A7D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9280" y="3174490"/>
                  <a:ext cx="1129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A8557A4-5393-4298-1FF3-6E34B0B2BCCE}"/>
                    </a:ext>
                  </a:extLst>
                </p14:cNvPr>
                <p14:cNvContentPartPr/>
                <p14:nvPr/>
              </p14:nvContentPartPr>
              <p14:xfrm>
                <a:off x="1491800" y="3218050"/>
                <a:ext cx="112680" cy="129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A8557A4-5393-4298-1FF3-6E34B0B2BCC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85680" y="3211930"/>
                  <a:ext cx="124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F644655-12ED-B7AA-787F-AAE83F350A2E}"/>
                    </a:ext>
                  </a:extLst>
                </p14:cNvPr>
                <p14:cNvContentPartPr/>
                <p14:nvPr/>
              </p14:nvContentPartPr>
              <p14:xfrm>
                <a:off x="1662080" y="3166930"/>
                <a:ext cx="289080" cy="225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F644655-12ED-B7AA-787F-AAE83F350A2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655960" y="3160810"/>
                  <a:ext cx="3013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A3BA0CB-5B50-8182-187C-5C25BE8E197F}"/>
              </a:ext>
            </a:extLst>
          </p:cNvPr>
          <p:cNvGrpSpPr/>
          <p:nvPr/>
        </p:nvGrpSpPr>
        <p:grpSpPr>
          <a:xfrm>
            <a:off x="4730360" y="5797090"/>
            <a:ext cx="959760" cy="414720"/>
            <a:chOff x="4730360" y="5797090"/>
            <a:chExt cx="95976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03C382-5BA8-2774-5E46-658CAB41E348}"/>
                    </a:ext>
                  </a:extLst>
                </p14:cNvPr>
                <p14:cNvContentPartPr/>
                <p14:nvPr/>
              </p14:nvContentPartPr>
              <p14:xfrm>
                <a:off x="4863920" y="5929930"/>
                <a:ext cx="101520" cy="13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03C382-5BA8-2774-5E46-658CAB41E34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57800" y="5923810"/>
                  <a:ext cx="113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38BBE4-4F4D-BA35-298E-CADAAD7F0E7E}"/>
                    </a:ext>
                  </a:extLst>
                </p14:cNvPr>
                <p14:cNvContentPartPr/>
                <p14:nvPr/>
              </p14:nvContentPartPr>
              <p14:xfrm>
                <a:off x="5041400" y="5987890"/>
                <a:ext cx="9504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38BBE4-4F4D-BA35-298E-CADAAD7F0E7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035280" y="5981770"/>
                  <a:ext cx="107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3DC7EE-0EA8-C877-BB2E-C98D46DF9904}"/>
                    </a:ext>
                  </a:extLst>
                </p14:cNvPr>
                <p14:cNvContentPartPr/>
                <p14:nvPr/>
              </p14:nvContentPartPr>
              <p14:xfrm>
                <a:off x="5098280" y="5918050"/>
                <a:ext cx="14760" cy="126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3DC7EE-0EA8-C877-BB2E-C98D46DF990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92160" y="5911930"/>
                  <a:ext cx="27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3FDB3A-1A27-39BC-D808-9F5E3A3ECE4C}"/>
                    </a:ext>
                  </a:extLst>
                </p14:cNvPr>
                <p14:cNvContentPartPr/>
                <p14:nvPr/>
              </p14:nvContentPartPr>
              <p14:xfrm>
                <a:off x="5207720" y="5930650"/>
                <a:ext cx="24480" cy="14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3FDB3A-1A27-39BC-D808-9F5E3A3ECE4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01600" y="5924530"/>
                  <a:ext cx="36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C1E454-5BB0-DD96-F788-3EF2E13BEB40}"/>
                    </a:ext>
                  </a:extLst>
                </p14:cNvPr>
                <p14:cNvContentPartPr/>
                <p14:nvPr/>
              </p14:nvContentPartPr>
              <p14:xfrm>
                <a:off x="5327240" y="5985370"/>
                <a:ext cx="15480" cy="2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C1E454-5BB0-DD96-F788-3EF2E13BEB4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321120" y="5979250"/>
                  <a:ext cx="27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143316-BF62-A2D4-70F3-5C96A15F74C8}"/>
                    </a:ext>
                  </a:extLst>
                </p14:cNvPr>
                <p14:cNvContentPartPr/>
                <p14:nvPr/>
              </p14:nvContentPartPr>
              <p14:xfrm>
                <a:off x="5429120" y="5873410"/>
                <a:ext cx="73080" cy="135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143316-BF62-A2D4-70F3-5C96A15F74C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423000" y="5867290"/>
                  <a:ext cx="85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6BA470-C93A-935D-79BF-BD58502B8B31}"/>
                    </a:ext>
                  </a:extLst>
                </p14:cNvPr>
                <p14:cNvContentPartPr/>
                <p14:nvPr/>
              </p14:nvContentPartPr>
              <p14:xfrm>
                <a:off x="4768520" y="6165730"/>
                <a:ext cx="768600" cy="2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6BA470-C93A-935D-79BF-BD58502B8B3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62400" y="6159610"/>
                  <a:ext cx="780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A7B64D4-E788-08FE-1F58-5C25718DEAE5}"/>
                    </a:ext>
                  </a:extLst>
                </p14:cNvPr>
                <p14:cNvContentPartPr/>
                <p14:nvPr/>
              </p14:nvContentPartPr>
              <p14:xfrm>
                <a:off x="4781480" y="6178330"/>
                <a:ext cx="780480" cy="2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A7B64D4-E788-08FE-1F58-5C25718DEAE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75360" y="6172210"/>
                  <a:ext cx="792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9E567ED-7CDF-F1CB-D133-81137D879613}"/>
                    </a:ext>
                  </a:extLst>
                </p14:cNvPr>
                <p14:cNvContentPartPr/>
                <p14:nvPr/>
              </p14:nvContentPartPr>
              <p14:xfrm>
                <a:off x="4730360" y="5797090"/>
                <a:ext cx="127440" cy="393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9E567ED-7CDF-F1CB-D133-81137D87961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724240" y="5790970"/>
                  <a:ext cx="139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554588-409C-5267-77FA-C47322B169FC}"/>
                    </a:ext>
                  </a:extLst>
                </p14:cNvPr>
                <p14:cNvContentPartPr/>
                <p14:nvPr/>
              </p14:nvContentPartPr>
              <p14:xfrm>
                <a:off x="5638280" y="5822650"/>
                <a:ext cx="51840" cy="389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554588-409C-5267-77FA-C47322B169F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632160" y="5816530"/>
                  <a:ext cx="6408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C6B75CA-891C-BA22-7594-0D612CCF1BFB}"/>
                  </a:ext>
                </a:extLst>
              </p14:cNvPr>
              <p14:cNvContentPartPr/>
              <p14:nvPr/>
            </p14:nvContentPartPr>
            <p14:xfrm>
              <a:off x="5790920" y="5973850"/>
              <a:ext cx="803880" cy="2257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C6B75CA-891C-BA22-7594-0D612CCF1BFB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784800" y="5967730"/>
                <a:ext cx="81612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8D5FAC4-46EA-33BD-3AC9-31523A5BEFE1}"/>
              </a:ext>
            </a:extLst>
          </p:cNvPr>
          <p:cNvGrpSpPr/>
          <p:nvPr/>
        </p:nvGrpSpPr>
        <p:grpSpPr>
          <a:xfrm>
            <a:off x="6743480" y="6057730"/>
            <a:ext cx="190800" cy="100080"/>
            <a:chOff x="6743480" y="6057730"/>
            <a:chExt cx="19080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74ABB1C-E802-BFD4-C073-3D322F043B70}"/>
                    </a:ext>
                  </a:extLst>
                </p14:cNvPr>
                <p14:cNvContentPartPr/>
                <p14:nvPr/>
              </p14:nvContentPartPr>
              <p14:xfrm>
                <a:off x="6749960" y="6114610"/>
                <a:ext cx="144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74ABB1C-E802-BFD4-C073-3D322F043B7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43840" y="610849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6100E4C-5351-E104-B387-15F7C1FAF9C3}"/>
                    </a:ext>
                  </a:extLst>
                </p14:cNvPr>
                <p14:cNvContentPartPr/>
                <p14:nvPr/>
              </p14:nvContentPartPr>
              <p14:xfrm>
                <a:off x="6835280" y="6070330"/>
                <a:ext cx="9720" cy="7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6100E4C-5351-E104-B387-15F7C1FAF9C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29160" y="6064210"/>
                  <a:ext cx="21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46AD7D1-804D-8316-EB71-8AA54D2F6FA3}"/>
                    </a:ext>
                  </a:extLst>
                </p14:cNvPr>
                <p14:cNvContentPartPr/>
                <p14:nvPr/>
              </p14:nvContentPartPr>
              <p14:xfrm>
                <a:off x="6921320" y="6063850"/>
                <a:ext cx="10440" cy="13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46AD7D1-804D-8316-EB71-8AA54D2F6FA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15200" y="6057730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3E6ED2F-F6DA-0C7A-B1E0-27722C12E20A}"/>
                    </a:ext>
                  </a:extLst>
                </p14:cNvPr>
                <p14:cNvContentPartPr/>
                <p14:nvPr/>
              </p14:nvContentPartPr>
              <p14:xfrm>
                <a:off x="6743480" y="6132610"/>
                <a:ext cx="360" cy="1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3E6ED2F-F6DA-0C7A-B1E0-27722C12E20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37360" y="612649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77BCC9F-3DBF-477D-5683-4EC0F4EC2749}"/>
                    </a:ext>
                  </a:extLst>
                </p14:cNvPr>
                <p14:cNvContentPartPr/>
                <p14:nvPr/>
              </p14:nvContentPartPr>
              <p14:xfrm>
                <a:off x="6746720" y="6121090"/>
                <a:ext cx="19800" cy="36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77BCC9F-3DBF-477D-5683-4EC0F4EC274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40600" y="6114970"/>
                  <a:ext cx="32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D18B377-500F-6EE5-FA54-F0AC1AE03ED1}"/>
                    </a:ext>
                  </a:extLst>
                </p14:cNvPr>
                <p14:cNvContentPartPr/>
                <p14:nvPr/>
              </p14:nvContentPartPr>
              <p14:xfrm>
                <a:off x="6838880" y="6057730"/>
                <a:ext cx="12600" cy="33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D18B377-500F-6EE5-FA54-F0AC1AE03ED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32760" y="6051610"/>
                  <a:ext cx="24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89440BB-46E2-4A3D-625F-84A0398BAA9B}"/>
                    </a:ext>
                  </a:extLst>
                </p14:cNvPr>
                <p14:cNvContentPartPr/>
                <p14:nvPr/>
              </p14:nvContentPartPr>
              <p14:xfrm>
                <a:off x="6919880" y="6066370"/>
                <a:ext cx="14400" cy="16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89440BB-46E2-4A3D-625F-84A0398BAA9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13760" y="6060250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2C715AB-9FDE-955C-8CFF-8DE8822F55E0}"/>
                  </a:ext>
                </a:extLst>
              </p14:cNvPr>
              <p14:cNvContentPartPr/>
              <p14:nvPr/>
            </p14:nvContentPartPr>
            <p14:xfrm>
              <a:off x="4781480" y="3301570"/>
              <a:ext cx="180720" cy="4046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2C715AB-9FDE-955C-8CFF-8DE8822F55E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775360" y="3295450"/>
                <a:ext cx="192960" cy="41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6D8865C-C2BF-D3BC-FD63-7984B0A03466}"/>
              </a:ext>
            </a:extLst>
          </p:cNvPr>
          <p:cNvGrpSpPr/>
          <p:nvPr/>
        </p:nvGrpSpPr>
        <p:grpSpPr>
          <a:xfrm>
            <a:off x="7134440" y="3865330"/>
            <a:ext cx="671040" cy="878040"/>
            <a:chOff x="7134440" y="3865330"/>
            <a:chExt cx="671040" cy="8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C32440F-7806-1573-F60F-55CFCAB7FD8E}"/>
                    </a:ext>
                  </a:extLst>
                </p14:cNvPr>
                <p14:cNvContentPartPr/>
                <p14:nvPr/>
              </p14:nvContentPartPr>
              <p14:xfrm>
                <a:off x="7134440" y="3865330"/>
                <a:ext cx="671040" cy="878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C32440F-7806-1573-F60F-55CFCAB7FD8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28320" y="3859210"/>
                  <a:ext cx="68328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21DC479-3BCC-8C83-64DD-5CACF7013C81}"/>
                    </a:ext>
                  </a:extLst>
                </p14:cNvPr>
                <p14:cNvContentPartPr/>
                <p14:nvPr/>
              </p14:nvContentPartPr>
              <p14:xfrm>
                <a:off x="7365920" y="4061170"/>
                <a:ext cx="140400" cy="325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21DC479-3BCC-8C83-64DD-5CACF7013C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59800" y="4055050"/>
                  <a:ext cx="15264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893109-3013-7408-8417-F680A6EAA0DC}"/>
              </a:ext>
            </a:extLst>
          </p:cNvPr>
          <p:cNvGrpSpPr/>
          <p:nvPr/>
        </p:nvGrpSpPr>
        <p:grpSpPr>
          <a:xfrm>
            <a:off x="7575080" y="4875850"/>
            <a:ext cx="1169640" cy="1042560"/>
            <a:chOff x="7575080" y="4875850"/>
            <a:chExt cx="1169640" cy="10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4A04372-125C-A590-ACB6-C4D105FD6C17}"/>
                    </a:ext>
                  </a:extLst>
                </p14:cNvPr>
                <p14:cNvContentPartPr/>
                <p14:nvPr/>
              </p14:nvContentPartPr>
              <p14:xfrm>
                <a:off x="7607120" y="4876570"/>
                <a:ext cx="151560" cy="363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4A04372-125C-A590-ACB6-C4D105FD6C1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01000" y="4870450"/>
                  <a:ext cx="1638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44BCCB1-46C5-ED8B-24A5-AD72380CF32C}"/>
                    </a:ext>
                  </a:extLst>
                </p14:cNvPr>
                <p14:cNvContentPartPr/>
                <p14:nvPr/>
              </p14:nvContentPartPr>
              <p14:xfrm>
                <a:off x="7575080" y="4875850"/>
                <a:ext cx="133200" cy="101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44BCCB1-46C5-ED8B-24A5-AD72380CF3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68960" y="4869730"/>
                  <a:ext cx="145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C7D46B-3AD3-CC0A-7380-C24A8F8D4D60}"/>
                    </a:ext>
                  </a:extLst>
                </p14:cNvPr>
                <p14:cNvContentPartPr/>
                <p14:nvPr/>
              </p14:nvContentPartPr>
              <p14:xfrm>
                <a:off x="7872440" y="5133610"/>
                <a:ext cx="174240" cy="240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C7D46B-3AD3-CC0A-7380-C24A8F8D4D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66320" y="5127490"/>
                  <a:ext cx="186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834F101-33E7-D483-69AD-1A2B897C3C2F}"/>
                    </a:ext>
                  </a:extLst>
                </p14:cNvPr>
                <p14:cNvContentPartPr/>
                <p14:nvPr/>
              </p14:nvContentPartPr>
              <p14:xfrm>
                <a:off x="8057840" y="5062690"/>
                <a:ext cx="105840" cy="488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834F101-33E7-D483-69AD-1A2B897C3C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51720" y="5056570"/>
                  <a:ext cx="1180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7607900-3E4E-A8FE-911E-876426DD11B9}"/>
                    </a:ext>
                  </a:extLst>
                </p14:cNvPr>
                <p14:cNvContentPartPr/>
                <p14:nvPr/>
              </p14:nvContentPartPr>
              <p14:xfrm>
                <a:off x="8216600" y="5142610"/>
                <a:ext cx="66600" cy="277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7607900-3E4E-A8FE-911E-876426DD11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210480" y="5136490"/>
                  <a:ext cx="78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3947CE3-F445-FE16-8609-8AFCBD04E1EB}"/>
                    </a:ext>
                  </a:extLst>
                </p14:cNvPr>
                <p14:cNvContentPartPr/>
                <p14:nvPr/>
              </p14:nvContentPartPr>
              <p14:xfrm>
                <a:off x="8292920" y="5041450"/>
                <a:ext cx="116640" cy="467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3947CE3-F445-FE16-8609-8AFCBD04E1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86800" y="5035330"/>
                  <a:ext cx="1288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B3C2EB4-3D53-3EC8-86C6-BFE6AE45387F}"/>
                    </a:ext>
                  </a:extLst>
                </p14:cNvPr>
                <p14:cNvContentPartPr/>
                <p14:nvPr/>
              </p14:nvContentPartPr>
              <p14:xfrm>
                <a:off x="8483720" y="5097610"/>
                <a:ext cx="119520" cy="300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B3C2EB4-3D53-3EC8-86C6-BFE6AE45387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77600" y="5091490"/>
                  <a:ext cx="131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58B61B4-6BDD-275B-0371-B3C88E41666D}"/>
                    </a:ext>
                  </a:extLst>
                </p14:cNvPr>
                <p14:cNvContentPartPr/>
                <p14:nvPr/>
              </p14:nvContentPartPr>
              <p14:xfrm>
                <a:off x="8546720" y="5573890"/>
                <a:ext cx="3240" cy="7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58B61B4-6BDD-275B-0371-B3C88E41666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540600" y="5567770"/>
                  <a:ext cx="15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574CB1F-DE98-6835-F5E8-C3DFEAEE9998}"/>
                    </a:ext>
                  </a:extLst>
                </p14:cNvPr>
                <p14:cNvContentPartPr/>
                <p14:nvPr/>
              </p14:nvContentPartPr>
              <p14:xfrm>
                <a:off x="7905560" y="5182210"/>
                <a:ext cx="718200" cy="501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574CB1F-DE98-6835-F5E8-C3DFEAEE999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99440" y="5176090"/>
                  <a:ext cx="7304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8C14EAF-7ACD-8AD6-1D6F-F49FF64EA7D4}"/>
                    </a:ext>
                  </a:extLst>
                </p14:cNvPr>
                <p14:cNvContentPartPr/>
                <p14:nvPr/>
              </p14:nvContentPartPr>
              <p14:xfrm>
                <a:off x="7937240" y="4876570"/>
                <a:ext cx="807480" cy="1041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8C14EAF-7ACD-8AD6-1D6F-F49FF64EA7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31120" y="4870450"/>
                  <a:ext cx="819720" cy="10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9846F23-C948-F1ED-1933-1F89A772D804}"/>
                  </a:ext>
                </a:extLst>
              </p14:cNvPr>
              <p14:cNvContentPartPr/>
              <p14:nvPr/>
            </p14:nvContentPartPr>
            <p14:xfrm>
              <a:off x="7816640" y="3472930"/>
              <a:ext cx="191520" cy="3549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9846F23-C948-F1ED-1933-1F89A772D80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810520" y="3466810"/>
                <a:ext cx="203760" cy="36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0F50-64D5-A71D-E3FF-CEBF67A3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7C59-0AEB-FCD9-2236-EE1341F6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операций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9766-1910-95A1-FF37-FF35FB4C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Доступ по индексу</a:t>
            </a:r>
            <a:r>
              <a:rPr lang="en-US" dirty="0">
                <a:latin typeface="-apple-system"/>
              </a:rPr>
              <a:t> O(1)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Изменение элемента</a:t>
            </a:r>
            <a:r>
              <a:rPr lang="en-US" dirty="0">
                <a:latin typeface="-apple-system"/>
              </a:rPr>
              <a:t> O(1)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Вставка в конец</a:t>
            </a:r>
            <a:r>
              <a:rPr lang="en-US" dirty="0">
                <a:latin typeface="-apple-system"/>
              </a:rPr>
              <a:t> O(1)*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Вставка</a:t>
            </a:r>
            <a:r>
              <a:rPr lang="en-US" dirty="0">
                <a:latin typeface="-apple-system"/>
              </a:rPr>
              <a:t>/</a:t>
            </a:r>
            <a:r>
              <a:rPr lang="ru-RU" dirty="0">
                <a:latin typeface="-apple-system"/>
              </a:rPr>
              <a:t>Удаление в начало/середину</a:t>
            </a:r>
            <a:r>
              <a:rPr lang="en-US" dirty="0">
                <a:latin typeface="-apple-system"/>
              </a:rPr>
              <a:t> O(N)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Удаление из конца </a:t>
            </a:r>
            <a:r>
              <a:rPr lang="en-US" dirty="0">
                <a:latin typeface="-apple-system"/>
              </a:rPr>
              <a:t>O(1)*</a:t>
            </a:r>
          </a:p>
          <a:p>
            <a:endParaRPr lang="en-US" dirty="0">
              <a:latin typeface="-apple-system"/>
            </a:endParaRPr>
          </a:p>
          <a:p>
            <a:pPr marL="0" indent="0">
              <a:buNone/>
            </a:pPr>
            <a:r>
              <a:rPr lang="en-US" dirty="0">
                <a:latin typeface="-apple-system"/>
              </a:rPr>
              <a:t>* - </a:t>
            </a:r>
            <a:r>
              <a:rPr lang="ru-RU" dirty="0">
                <a:latin typeface="-apple-system"/>
              </a:rPr>
              <a:t>амортизированная сложность</a:t>
            </a:r>
            <a:endParaRPr lang="en-US" dirty="0">
              <a:latin typeface="-apple-system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ADE48E-21ED-9A29-D547-B42058122E2C}"/>
                  </a:ext>
                </a:extLst>
              </p14:cNvPr>
              <p14:cNvContentPartPr/>
              <p14:nvPr/>
            </p14:nvContentPartPr>
            <p14:xfrm>
              <a:off x="793400" y="3309130"/>
              <a:ext cx="3677400" cy="63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ADE48E-21ED-9A29-D547-B42058122E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280" y="3303010"/>
                <a:ext cx="36896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1B7B53-91B1-24B4-2F20-7577706E1602}"/>
                  </a:ext>
                </a:extLst>
              </p14:cNvPr>
              <p14:cNvContentPartPr/>
              <p14:nvPr/>
            </p14:nvContentPartPr>
            <p14:xfrm>
              <a:off x="838040" y="4349170"/>
              <a:ext cx="4394160" cy="223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1B7B53-91B1-24B4-2F20-7577706E16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1920" y="4343050"/>
                <a:ext cx="44064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90D1C9-26CE-86C6-7216-F9B831B8B994}"/>
                  </a:ext>
                </a:extLst>
              </p14:cNvPr>
              <p14:cNvContentPartPr/>
              <p14:nvPr/>
            </p14:nvContentPartPr>
            <p14:xfrm>
              <a:off x="1066280" y="5661010"/>
              <a:ext cx="3299040" cy="11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90D1C9-26CE-86C6-7216-F9B831B8B9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0160" y="5654890"/>
                <a:ext cx="3311280" cy="1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39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5DC2-A7DB-E671-B374-8A9AB169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5B74-5101-75CC-7A28-D0D19AC0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Амортизированная сложность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6CD9B-8CBA-E13C-79D1-199578498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массив увеличивается не на 1 элемент, а с запасом</a:t>
            </a:r>
          </a:p>
          <a:p>
            <a:r>
              <a:rPr lang="ru-RU" dirty="0">
                <a:latin typeface="-apple-system"/>
              </a:rPr>
              <a:t>иногда происходит копирование всего массива   </a:t>
            </a:r>
          </a:p>
          <a:p>
            <a:r>
              <a:rPr lang="ru-RU" dirty="0">
                <a:latin typeface="-apple-system"/>
              </a:rPr>
              <a:t>но в среднем `append` — O(1)</a:t>
            </a:r>
            <a:endParaRPr lang="en-US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477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262F-B196-8358-1FDC-020DF997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C06F-DEF5-8600-183E-39CECB57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lang="ru-RU" dirty="0"/>
              <a:t>ы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11F9-4615-EAA1-3F03-88B656E0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>
                <a:latin typeface="-apple-system"/>
              </a:rPr>
              <a:t>LeetCode</a:t>
            </a:r>
            <a:r>
              <a:rPr lang="en-US" dirty="0">
                <a:latin typeface="-apple-system"/>
              </a:rPr>
              <a:t> 268 Missing Number</a:t>
            </a:r>
          </a:p>
          <a:p>
            <a:pPr marL="514350" indent="-514350">
              <a:buAutoNum type="arabicPeriod"/>
            </a:pPr>
            <a:r>
              <a:rPr lang="en-US" dirty="0" err="1"/>
              <a:t>LeetCode</a:t>
            </a:r>
            <a:r>
              <a:rPr lang="en-US" dirty="0"/>
              <a:t> 53. Maximum Subarray</a:t>
            </a:r>
            <a:endParaRPr lang="ru-RU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761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Бинарный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— </a:t>
            </a:r>
            <a:r>
              <a:rPr dirty="0" err="1"/>
              <a:t>универсальный</a:t>
            </a:r>
            <a:r>
              <a:rPr dirty="0"/>
              <a:t> </a:t>
            </a:r>
            <a:r>
              <a:rPr dirty="0" err="1"/>
              <a:t>приём</a:t>
            </a:r>
            <a:endParaRPr dirty="0"/>
          </a:p>
          <a:p>
            <a:r>
              <a:rPr dirty="0" err="1"/>
              <a:t>Ключ</a:t>
            </a:r>
            <a:r>
              <a:rPr dirty="0"/>
              <a:t>: </a:t>
            </a:r>
            <a:r>
              <a:rPr dirty="0" err="1"/>
              <a:t>монотонность</a:t>
            </a:r>
            <a:r>
              <a:rPr dirty="0"/>
              <a:t> + </a:t>
            </a:r>
            <a:r>
              <a:rPr dirty="0" err="1"/>
              <a:t>границы</a:t>
            </a:r>
            <a:endParaRPr lang="en-US" dirty="0"/>
          </a:p>
          <a:p>
            <a:r>
              <a:rPr lang="ru-RU" dirty="0"/>
              <a:t>Посмотрели устройство массивов внутри</a:t>
            </a:r>
          </a:p>
          <a:p>
            <a:r>
              <a:rPr lang="ru-RU" dirty="0"/>
              <a:t>Узнали сложности массивов</a:t>
            </a:r>
          </a:p>
          <a:p>
            <a:r>
              <a:rPr lang="ru-RU" dirty="0"/>
              <a:t>Посмотрели задачи на массивы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385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SFMono-Regular</vt:lpstr>
      <vt:lpstr>Office Theme</vt:lpstr>
      <vt:lpstr>Алгоритмы и структуры данных Занятие 5</vt:lpstr>
      <vt:lpstr>Цели занятия</vt:lpstr>
      <vt:lpstr>Шаблон бинарного поиска</vt:lpstr>
      <vt:lpstr>Шаблон бинарного поиска</vt:lpstr>
      <vt:lpstr>Обобщённая формулировка</vt:lpstr>
      <vt:lpstr>Монотонность</vt:lpstr>
      <vt:lpstr>Процесс на собеседовании</vt:lpstr>
      <vt:lpstr>Массивы</vt:lpstr>
      <vt:lpstr>Сложность операций</vt:lpstr>
      <vt:lpstr>Амортизированная сложность</vt:lpstr>
      <vt:lpstr>Примеры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10</cp:revision>
  <dcterms:created xsi:type="dcterms:W3CDTF">2013-01-27T09:14:16Z</dcterms:created>
  <dcterms:modified xsi:type="dcterms:W3CDTF">2026-01-22T09:48:49Z</dcterms:modified>
  <cp:category/>
</cp:coreProperties>
</file>