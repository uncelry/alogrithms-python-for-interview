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9" r:id="rId11"/>
    <p:sldId id="271" r:id="rId12"/>
    <p:sldId id="270" r:id="rId13"/>
    <p:sldId id="27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08" y="10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Динамическое программирование </a:t>
            </a:r>
            <a:r>
              <a:rPr lang="en-US" dirty="0"/>
              <a:t>2D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Алгоритмы и структуры данных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нужно 2D DP?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параметров</a:t>
            </a:r>
            <a:endParaRPr dirty="0"/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размером</a:t>
            </a:r>
            <a:r>
              <a:rPr dirty="0"/>
              <a:t> n × m</a:t>
            </a:r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строится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двум</a:t>
            </a:r>
            <a:r>
              <a:rPr dirty="0"/>
              <a:t> </a:t>
            </a:r>
            <a:r>
              <a:rPr dirty="0" err="1"/>
              <a:t>индексам</a:t>
            </a:r>
            <a:endParaRPr dirty="0"/>
          </a:p>
          <a:p>
            <a:r>
              <a:rPr dirty="0" err="1"/>
              <a:t>Если</a:t>
            </a:r>
            <a:r>
              <a:rPr dirty="0"/>
              <a:t> 1D </a:t>
            </a:r>
            <a:r>
              <a:rPr dirty="0" err="1"/>
              <a:t>недостаточно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описания</a:t>
            </a:r>
            <a:r>
              <a:rPr dirty="0"/>
              <a:t> </a:t>
            </a:r>
            <a:r>
              <a:rPr dirty="0" err="1"/>
              <a:t>состояния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Отличие 2D от 1D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1D: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параметра</a:t>
            </a:r>
            <a:r>
              <a:rPr dirty="0"/>
              <a:t> (</a:t>
            </a:r>
            <a:r>
              <a:rPr dirty="0" err="1"/>
              <a:t>i</a:t>
            </a:r>
            <a:r>
              <a:rPr dirty="0"/>
              <a:t>)</a:t>
            </a:r>
          </a:p>
          <a:p>
            <a:r>
              <a:rPr dirty="0"/>
              <a:t>2D: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(</a:t>
            </a:r>
            <a:r>
              <a:rPr dirty="0" err="1"/>
              <a:t>i</a:t>
            </a:r>
            <a:r>
              <a:rPr dirty="0"/>
              <a:t>, j)</a:t>
            </a:r>
          </a:p>
          <a:p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строк</a:t>
            </a:r>
            <a:r>
              <a:rPr dirty="0"/>
              <a:t>, </a:t>
            </a:r>
            <a:r>
              <a:rPr dirty="0" err="1"/>
              <a:t>матриц</a:t>
            </a:r>
            <a:r>
              <a:rPr dirty="0"/>
              <a:t>, </a:t>
            </a:r>
            <a:r>
              <a:rPr dirty="0" err="1"/>
              <a:t>подотрезков</a:t>
            </a:r>
            <a:endParaRPr dirty="0"/>
          </a:p>
          <a:p>
            <a:r>
              <a:rPr dirty="0" err="1"/>
              <a:t>Память</a:t>
            </a:r>
            <a:r>
              <a:rPr dirty="0"/>
              <a:t>: O(nm) </a:t>
            </a:r>
            <a:r>
              <a:rPr dirty="0" err="1"/>
              <a:t>вместо</a:t>
            </a:r>
            <a:r>
              <a:rPr dirty="0"/>
              <a:t>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Как понять, что это DP, а не жадный?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перекрывающиеся</a:t>
            </a:r>
            <a:r>
              <a:rPr dirty="0"/>
              <a:t> </a:t>
            </a:r>
            <a:r>
              <a:rPr dirty="0" err="1"/>
              <a:t>подзадачи</a:t>
            </a:r>
            <a:endParaRPr dirty="0"/>
          </a:p>
          <a:p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, </a:t>
            </a:r>
            <a:r>
              <a:rPr dirty="0" err="1"/>
              <a:t>влияющий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будущий</a:t>
            </a:r>
            <a:r>
              <a:rPr dirty="0"/>
              <a:t> </a:t>
            </a:r>
            <a:r>
              <a:rPr dirty="0" err="1"/>
              <a:t>результат</a:t>
            </a:r>
            <a:endParaRPr dirty="0"/>
          </a:p>
          <a:p>
            <a:r>
              <a:rPr dirty="0" err="1"/>
              <a:t>Локально</a:t>
            </a:r>
            <a:r>
              <a:rPr dirty="0"/>
              <a:t> </a:t>
            </a:r>
            <a:r>
              <a:rPr dirty="0" err="1"/>
              <a:t>оптимальный</a:t>
            </a:r>
            <a:r>
              <a:rPr dirty="0"/>
              <a:t>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гарантирует</a:t>
            </a:r>
            <a:r>
              <a:rPr dirty="0"/>
              <a:t> </a:t>
            </a:r>
            <a:r>
              <a:rPr dirty="0" err="1"/>
              <a:t>глобальный</a:t>
            </a:r>
            <a:r>
              <a:rPr dirty="0"/>
              <a:t> </a:t>
            </a:r>
            <a:r>
              <a:rPr dirty="0" err="1"/>
              <a:t>оптимум</a:t>
            </a:r>
            <a:endParaRPr dirty="0"/>
          </a:p>
          <a:p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перебрать</a:t>
            </a:r>
            <a:r>
              <a:rPr dirty="0"/>
              <a:t> </a:t>
            </a:r>
            <a:r>
              <a:rPr dirty="0" err="1"/>
              <a:t>варианты</a:t>
            </a:r>
            <a:r>
              <a:rPr dirty="0"/>
              <a:t> и </a:t>
            </a:r>
            <a:r>
              <a:rPr dirty="0" err="1"/>
              <a:t>сохранить</a:t>
            </a:r>
            <a:r>
              <a:rPr dirty="0"/>
              <a:t> </a:t>
            </a:r>
            <a:r>
              <a:rPr dirty="0" err="1"/>
              <a:t>лучший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строить динамику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][j]</a:t>
            </a:r>
          </a:p>
          <a:p>
            <a:r>
              <a:rPr dirty="0"/>
              <a:t>2.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переход</a:t>
            </a:r>
            <a:endParaRPr dirty="0"/>
          </a:p>
          <a:p>
            <a:r>
              <a:rPr dirty="0"/>
              <a:t>3.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базовые</a:t>
            </a:r>
            <a:r>
              <a:rPr dirty="0"/>
              <a:t> </a:t>
            </a:r>
            <a:r>
              <a:rPr dirty="0" err="1"/>
              <a:t>случаи</a:t>
            </a:r>
            <a:endParaRPr dirty="0"/>
          </a:p>
          <a:p>
            <a:r>
              <a:rPr dirty="0"/>
              <a:t>4.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заполнения</a:t>
            </a:r>
            <a:r>
              <a:rPr dirty="0"/>
              <a:t> </a:t>
            </a:r>
            <a:r>
              <a:rPr dirty="0" err="1"/>
              <a:t>таблицы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Типовые состояния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][j] —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первых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элементов</a:t>
            </a:r>
            <a:r>
              <a:rPr dirty="0"/>
              <a:t> и </a:t>
            </a:r>
            <a:r>
              <a:rPr dirty="0" err="1"/>
              <a:t>первых</a:t>
            </a:r>
            <a:r>
              <a:rPr dirty="0"/>
              <a:t> j </a:t>
            </a:r>
            <a:r>
              <a:rPr dirty="0" err="1"/>
              <a:t>элементов</a:t>
            </a:r>
            <a:endParaRPr dirty="0"/>
          </a:p>
          <a:p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][j] — </a:t>
            </a:r>
            <a:r>
              <a:rPr dirty="0" err="1"/>
              <a:t>лучший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подматрице</a:t>
            </a:r>
            <a:endParaRPr dirty="0"/>
          </a:p>
          <a:p>
            <a:r>
              <a:rPr dirty="0" err="1"/>
              <a:t>dp</a:t>
            </a:r>
            <a:r>
              <a:rPr dirty="0"/>
              <a:t>[l][r] — </a:t>
            </a:r>
            <a:r>
              <a:rPr dirty="0" err="1"/>
              <a:t>ответ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подотрезке</a:t>
            </a:r>
            <a:endParaRPr dirty="0"/>
          </a:p>
          <a:p>
            <a:r>
              <a:rPr dirty="0" err="1"/>
              <a:t>dp</a:t>
            </a:r>
            <a:r>
              <a:rPr dirty="0"/>
              <a:t>[</a:t>
            </a:r>
            <a:r>
              <a:rPr dirty="0" err="1"/>
              <a:t>i</a:t>
            </a:r>
            <a:r>
              <a:rPr dirty="0"/>
              <a:t>][j] — </a:t>
            </a:r>
            <a:r>
              <a:rPr dirty="0" err="1"/>
              <a:t>минимальная</a:t>
            </a:r>
            <a:r>
              <a:rPr dirty="0"/>
              <a:t>/</a:t>
            </a:r>
            <a:r>
              <a:rPr dirty="0" err="1"/>
              <a:t>максимальная</a:t>
            </a:r>
            <a:r>
              <a:rPr dirty="0"/>
              <a:t> </a:t>
            </a:r>
            <a:r>
              <a:rPr dirty="0" err="1"/>
              <a:t>стоимость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Базовые значения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dp</a:t>
            </a:r>
            <a:r>
              <a:rPr dirty="0"/>
              <a:t>[0][0] — </a:t>
            </a:r>
            <a:r>
              <a:rPr dirty="0" err="1"/>
              <a:t>стартовая</a:t>
            </a:r>
            <a:r>
              <a:rPr dirty="0"/>
              <a:t> </a:t>
            </a:r>
            <a:r>
              <a:rPr dirty="0" err="1"/>
              <a:t>точка</a:t>
            </a:r>
            <a:endParaRPr dirty="0"/>
          </a:p>
          <a:p>
            <a:r>
              <a:rPr dirty="0" err="1"/>
              <a:t>Первая</a:t>
            </a:r>
            <a:r>
              <a:rPr dirty="0"/>
              <a:t> </a:t>
            </a:r>
            <a:r>
              <a:rPr dirty="0" err="1"/>
              <a:t>строка</a:t>
            </a:r>
            <a:r>
              <a:rPr dirty="0"/>
              <a:t> и </a:t>
            </a:r>
            <a:r>
              <a:rPr dirty="0" err="1"/>
              <a:t>первый</a:t>
            </a:r>
            <a:r>
              <a:rPr dirty="0"/>
              <a:t> </a:t>
            </a:r>
            <a:r>
              <a:rPr dirty="0" err="1"/>
              <a:t>столбец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инициализируются</a:t>
            </a:r>
            <a:r>
              <a:rPr dirty="0"/>
              <a:t> </a:t>
            </a:r>
            <a:r>
              <a:rPr dirty="0" err="1"/>
              <a:t>отдельно</a:t>
            </a:r>
            <a:endParaRPr dirty="0"/>
          </a:p>
          <a:p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 </a:t>
            </a:r>
            <a:r>
              <a:rPr dirty="0" err="1"/>
              <a:t>обработать</a:t>
            </a:r>
            <a:r>
              <a:rPr dirty="0"/>
              <a:t> </a:t>
            </a:r>
            <a:r>
              <a:rPr dirty="0" err="1"/>
              <a:t>границы</a:t>
            </a:r>
            <a:r>
              <a:rPr dirty="0"/>
              <a:t> </a:t>
            </a:r>
            <a:r>
              <a:rPr dirty="0" err="1"/>
              <a:t>массива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Порядок заполнения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Слева</a:t>
            </a:r>
            <a:r>
              <a:rPr dirty="0"/>
              <a:t> </a:t>
            </a:r>
            <a:r>
              <a:rPr dirty="0" err="1"/>
              <a:t>направо</a:t>
            </a:r>
            <a:r>
              <a:rPr dirty="0"/>
              <a:t>, </a:t>
            </a:r>
            <a:r>
              <a:rPr dirty="0" err="1"/>
              <a:t>сверху</a:t>
            </a:r>
            <a:r>
              <a:rPr dirty="0"/>
              <a:t> </a:t>
            </a:r>
            <a:r>
              <a:rPr dirty="0" err="1"/>
              <a:t>вниз</a:t>
            </a:r>
            <a:endParaRPr dirty="0"/>
          </a:p>
          <a:p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длине</a:t>
            </a:r>
            <a:r>
              <a:rPr dirty="0"/>
              <a:t> </a:t>
            </a:r>
            <a:r>
              <a:rPr dirty="0" err="1"/>
              <a:t>подотрезка</a:t>
            </a:r>
            <a:endParaRPr dirty="0"/>
          </a:p>
          <a:p>
            <a:r>
              <a:rPr dirty="0"/>
              <a:t>В </a:t>
            </a:r>
            <a:r>
              <a:rPr dirty="0" err="1"/>
              <a:t>зависимости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направлений</a:t>
            </a:r>
            <a:r>
              <a:rPr dirty="0"/>
              <a:t> </a:t>
            </a:r>
            <a:r>
              <a:rPr dirty="0" err="1"/>
              <a:t>перехода</a:t>
            </a:r>
            <a:endParaRPr dirty="0"/>
          </a:p>
          <a:p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учитывать</a:t>
            </a:r>
            <a:r>
              <a:rPr dirty="0"/>
              <a:t> </a:t>
            </a:r>
            <a:r>
              <a:rPr dirty="0" err="1"/>
              <a:t>зависимости</a:t>
            </a:r>
            <a:r>
              <a:rPr dirty="0"/>
              <a:t>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Когда 2D DP можно оптимизировать?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переход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предыдущей</a:t>
            </a:r>
            <a:r>
              <a:rPr dirty="0"/>
              <a:t> </a:t>
            </a:r>
            <a:r>
              <a:rPr dirty="0" err="1"/>
              <a:t>строки</a:t>
            </a:r>
            <a:endParaRPr dirty="0"/>
          </a:p>
          <a:p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хранить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строку</a:t>
            </a:r>
            <a:endParaRPr dirty="0"/>
          </a:p>
          <a:p>
            <a:r>
              <a:rPr dirty="0" err="1"/>
              <a:t>Снижает</a:t>
            </a:r>
            <a:r>
              <a:rPr dirty="0"/>
              <a:t> </a:t>
            </a:r>
            <a:r>
              <a:rPr dirty="0" err="1"/>
              <a:t>память</a:t>
            </a:r>
            <a:r>
              <a:rPr dirty="0"/>
              <a:t> с O(nm) </a:t>
            </a:r>
            <a:r>
              <a:rPr dirty="0" err="1"/>
              <a:t>до</a:t>
            </a:r>
            <a:r>
              <a:rPr dirty="0"/>
              <a:t> O(m)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Когда 2D DP не подходит?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перекрывающихся</a:t>
            </a:r>
            <a:r>
              <a:rPr dirty="0"/>
              <a:t> </a:t>
            </a:r>
            <a:r>
              <a:rPr dirty="0" err="1"/>
              <a:t>подзадач</a:t>
            </a:r>
            <a:endParaRPr dirty="0"/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жадное</a:t>
            </a:r>
            <a:endParaRPr dirty="0"/>
          </a:p>
          <a:p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полный</a:t>
            </a:r>
            <a:r>
              <a:rPr dirty="0"/>
              <a:t> </a:t>
            </a:r>
            <a:r>
              <a:rPr dirty="0" err="1"/>
              <a:t>перебор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структуры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решения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состояние</a:t>
            </a:r>
            <a:endParaRPr dirty="0"/>
          </a:p>
          <a:p>
            <a:r>
              <a:rPr dirty="0"/>
              <a:t>2. </a:t>
            </a:r>
            <a:r>
              <a:rPr dirty="0" err="1"/>
              <a:t>Выписать</a:t>
            </a:r>
            <a:r>
              <a:rPr dirty="0"/>
              <a:t> </a:t>
            </a:r>
            <a:r>
              <a:rPr dirty="0" err="1"/>
              <a:t>переход</a:t>
            </a:r>
            <a:endParaRPr dirty="0"/>
          </a:p>
          <a:p>
            <a:r>
              <a:rPr dirty="0"/>
              <a:t>3.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базу</a:t>
            </a:r>
            <a:endParaRPr dirty="0"/>
          </a:p>
          <a:p>
            <a:r>
              <a:rPr dirty="0"/>
              <a:t>4.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 </a:t>
            </a:r>
            <a:r>
              <a:rPr dirty="0" err="1"/>
              <a:t>обхода</a:t>
            </a:r>
            <a:endParaRPr dirty="0"/>
          </a:p>
          <a:p>
            <a:r>
              <a:rPr dirty="0"/>
              <a:t>5. </a:t>
            </a:r>
            <a:r>
              <a:rPr dirty="0" err="1"/>
              <a:t>Оценить</a:t>
            </a:r>
            <a:r>
              <a:rPr dirty="0"/>
              <a:t> </a:t>
            </a:r>
            <a:r>
              <a:rPr dirty="0" err="1"/>
              <a:t>сложность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практики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Unique Paths</a:t>
            </a:r>
          </a:p>
          <a:p>
            <a:r>
              <a:rPr dirty="0"/>
              <a:t>2. Longest Common Subsequence</a:t>
            </a:r>
          </a:p>
          <a:p>
            <a:r>
              <a:rPr dirty="0"/>
              <a:t>3. Edit Distance</a:t>
            </a:r>
          </a:p>
          <a:p>
            <a:r>
              <a:rPr dirty="0"/>
              <a:t>4. Minimum Path Sum</a:t>
            </a:r>
          </a:p>
          <a:p>
            <a:r>
              <a:rPr dirty="0" err="1"/>
              <a:t>Разбор</a:t>
            </a:r>
            <a:r>
              <a:rPr dirty="0"/>
              <a:t> </a:t>
            </a:r>
            <a:r>
              <a:rPr dirty="0" err="1"/>
              <a:t>состояний</a:t>
            </a:r>
            <a:r>
              <a:rPr dirty="0"/>
              <a:t> и </a:t>
            </a:r>
            <a:r>
              <a:rPr dirty="0" err="1"/>
              <a:t>переходов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2D DP =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состояний</a:t>
            </a:r>
            <a:endParaRPr dirty="0"/>
          </a:p>
          <a:p>
            <a:r>
              <a:rPr dirty="0" err="1"/>
              <a:t>Главное</a:t>
            </a:r>
            <a:r>
              <a:rPr dirty="0"/>
              <a:t> — </a:t>
            </a:r>
            <a:r>
              <a:rPr dirty="0" err="1"/>
              <a:t>правильно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состояние</a:t>
            </a:r>
            <a:endParaRPr dirty="0"/>
          </a:p>
          <a:p>
            <a:r>
              <a:rPr dirty="0" err="1"/>
              <a:t>Следить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зависимостями</a:t>
            </a:r>
            <a:endParaRPr dirty="0"/>
          </a:p>
          <a:p>
            <a:r>
              <a:rPr dirty="0" err="1"/>
              <a:t>Практика</a:t>
            </a:r>
            <a:r>
              <a:rPr dirty="0"/>
              <a:t> — </a:t>
            </a:r>
            <a:r>
              <a:rPr dirty="0" err="1"/>
              <a:t>ключ</a:t>
            </a:r>
            <a:r>
              <a:rPr dirty="0"/>
              <a:t> к </a:t>
            </a:r>
            <a:r>
              <a:rPr dirty="0" err="1"/>
              <a:t>пониманию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352</Words>
  <Application>Microsoft Office PowerPoint</Application>
  <PresentationFormat>On-screen Show (4:3)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Динамическое программирование 2D</vt:lpstr>
      <vt:lpstr>Когда нужно 2D DP?</vt:lpstr>
      <vt:lpstr>Отличие 2D от 1D</vt:lpstr>
      <vt:lpstr>Как понять, что это DP, а не жадный?</vt:lpstr>
      <vt:lpstr>Как строить динамику</vt:lpstr>
      <vt:lpstr>Типовые состояния</vt:lpstr>
      <vt:lpstr>Базовые значения</vt:lpstr>
      <vt:lpstr>Порядок заполнения</vt:lpstr>
      <vt:lpstr>Когда 2D DP можно оптимизировать?</vt:lpstr>
      <vt:lpstr>Когда 2D DP не подходит?</vt:lpstr>
      <vt:lpstr>Структура решения задачи</vt:lpstr>
      <vt:lpstr>План практики</vt:lpstr>
      <vt:lpstr>Итоги занятия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Денис Серажетдинов</cp:lastModifiedBy>
  <cp:revision>2</cp:revision>
  <dcterms:created xsi:type="dcterms:W3CDTF">2013-01-27T09:14:16Z</dcterms:created>
  <dcterms:modified xsi:type="dcterms:W3CDTF">2026-02-18T06:50:04Z</dcterms:modified>
  <cp:category/>
</cp:coreProperties>
</file>